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2" autoAdjust="0"/>
    <p:restoredTop sz="94660"/>
  </p:normalViewPr>
  <p:slideViewPr>
    <p:cSldViewPr snapToGrid="0">
      <p:cViewPr varScale="1">
        <p:scale>
          <a:sx n="48" d="100"/>
          <a:sy n="48" d="100"/>
        </p:scale>
        <p:origin x="67"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18/5/colors/Iconchunking_neutralbg_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a:alpha val="0"/>
      </a:schemeClr>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5A96B4-64CC-488A-A8AE-6F3ABFC97406}" type="doc">
      <dgm:prSet loTypeId="urn:microsoft.com/office/officeart/2018/5/layout/CenteredIconLabelDescriptionList" loCatId="icon" qsTypeId="urn:microsoft.com/office/officeart/2005/8/quickstyle/simple1" qsCatId="simple" csTypeId="urn:microsoft.com/office/officeart/2018/5/colors/Iconchunking_neutralbg_accent2_2" csCatId="accent2" phldr="1"/>
      <dgm:spPr/>
      <dgm:t>
        <a:bodyPr/>
        <a:lstStyle/>
        <a:p>
          <a:endParaRPr lang="en-US"/>
        </a:p>
      </dgm:t>
    </dgm:pt>
    <dgm:pt modelId="{97EB9A66-3C1D-4429-84D1-74287812A217}">
      <dgm:prSet/>
      <dgm:spPr/>
      <dgm:t>
        <a:bodyPr/>
        <a:lstStyle/>
        <a:p>
          <a:pPr>
            <a:defRPr b="1"/>
          </a:pPr>
          <a:r>
            <a:rPr lang="en-GB"/>
            <a:t>Sprint 1 Goals</a:t>
          </a:r>
          <a:endParaRPr lang="en-US"/>
        </a:p>
      </dgm:t>
    </dgm:pt>
    <dgm:pt modelId="{6603E24B-D38A-45B8-A9D5-1ADA04BBE041}" type="parTrans" cxnId="{5FD76170-4018-4813-A5E5-86AE77181A0E}">
      <dgm:prSet/>
      <dgm:spPr/>
      <dgm:t>
        <a:bodyPr/>
        <a:lstStyle/>
        <a:p>
          <a:endParaRPr lang="en-US"/>
        </a:p>
      </dgm:t>
    </dgm:pt>
    <dgm:pt modelId="{049601F7-8420-4AFB-9439-7F823A1B621F}" type="sibTrans" cxnId="{5FD76170-4018-4813-A5E5-86AE77181A0E}">
      <dgm:prSet/>
      <dgm:spPr/>
      <dgm:t>
        <a:bodyPr/>
        <a:lstStyle/>
        <a:p>
          <a:endParaRPr lang="en-US"/>
        </a:p>
      </dgm:t>
    </dgm:pt>
    <dgm:pt modelId="{84FB8433-4C4C-4EFB-8B3F-EB26084208AE}">
      <dgm:prSet/>
      <dgm:spPr/>
      <dgm:t>
        <a:bodyPr/>
        <a:lstStyle/>
        <a:p>
          <a:r>
            <a:rPr lang="en-GB"/>
            <a:t>Git</a:t>
          </a:r>
          <a:endParaRPr lang="en-US"/>
        </a:p>
      </dgm:t>
    </dgm:pt>
    <dgm:pt modelId="{C55BF792-C8EA-4AC5-87DD-DEA8F20117B6}" type="parTrans" cxnId="{06A4BBAF-1789-46B4-9472-975E6CD3F96A}">
      <dgm:prSet/>
      <dgm:spPr/>
      <dgm:t>
        <a:bodyPr/>
        <a:lstStyle/>
        <a:p>
          <a:endParaRPr lang="en-US"/>
        </a:p>
      </dgm:t>
    </dgm:pt>
    <dgm:pt modelId="{CDF6CE11-F908-4031-B911-6AB24B59D512}" type="sibTrans" cxnId="{06A4BBAF-1789-46B4-9472-975E6CD3F96A}">
      <dgm:prSet/>
      <dgm:spPr/>
      <dgm:t>
        <a:bodyPr/>
        <a:lstStyle/>
        <a:p>
          <a:endParaRPr lang="en-US"/>
        </a:p>
      </dgm:t>
    </dgm:pt>
    <dgm:pt modelId="{16F3DE92-E1E5-489E-9288-1451669387D8}">
      <dgm:prSet/>
      <dgm:spPr/>
      <dgm:t>
        <a:bodyPr/>
        <a:lstStyle/>
        <a:p>
          <a:pPr>
            <a:defRPr b="1"/>
          </a:pPr>
          <a:r>
            <a:rPr lang="en-GB"/>
            <a:t>Project Plan</a:t>
          </a:r>
          <a:endParaRPr lang="en-US"/>
        </a:p>
      </dgm:t>
    </dgm:pt>
    <dgm:pt modelId="{0E596C48-2587-4E63-8156-9663A6FB35C9}" type="parTrans" cxnId="{4CA57B0A-D152-4324-A315-0ED932ABD6AE}">
      <dgm:prSet/>
      <dgm:spPr/>
      <dgm:t>
        <a:bodyPr/>
        <a:lstStyle/>
        <a:p>
          <a:endParaRPr lang="en-US"/>
        </a:p>
      </dgm:t>
    </dgm:pt>
    <dgm:pt modelId="{2F88AD30-83E8-4D13-9BD3-F24605DC4DBA}" type="sibTrans" cxnId="{4CA57B0A-D152-4324-A315-0ED932ABD6AE}">
      <dgm:prSet/>
      <dgm:spPr/>
      <dgm:t>
        <a:bodyPr/>
        <a:lstStyle/>
        <a:p>
          <a:endParaRPr lang="en-US"/>
        </a:p>
      </dgm:t>
    </dgm:pt>
    <dgm:pt modelId="{6D978324-2E11-4C46-8F52-EF9451345F2A}">
      <dgm:prSet/>
      <dgm:spPr/>
      <dgm:t>
        <a:bodyPr/>
        <a:lstStyle/>
        <a:p>
          <a:pPr>
            <a:defRPr b="1"/>
          </a:pPr>
          <a:r>
            <a:rPr lang="en-GB"/>
            <a:t>Algorithms</a:t>
          </a:r>
          <a:endParaRPr lang="en-US"/>
        </a:p>
      </dgm:t>
    </dgm:pt>
    <dgm:pt modelId="{13B5D199-BF4D-45BB-A54B-4FCC20E5F7F3}" type="parTrans" cxnId="{02D3D88F-7CF3-48E5-ABB2-5495592E33F3}">
      <dgm:prSet/>
      <dgm:spPr/>
      <dgm:t>
        <a:bodyPr/>
        <a:lstStyle/>
        <a:p>
          <a:endParaRPr lang="en-US"/>
        </a:p>
      </dgm:t>
    </dgm:pt>
    <dgm:pt modelId="{BFFF0145-456E-4F24-BB4B-7A1856CD0092}" type="sibTrans" cxnId="{02D3D88F-7CF3-48E5-ABB2-5495592E33F3}">
      <dgm:prSet/>
      <dgm:spPr/>
      <dgm:t>
        <a:bodyPr/>
        <a:lstStyle/>
        <a:p>
          <a:endParaRPr lang="en-US"/>
        </a:p>
      </dgm:t>
    </dgm:pt>
    <dgm:pt modelId="{FA98CA26-C032-432F-9928-FBD89DB37448}">
      <dgm:prSet/>
      <dgm:spPr/>
      <dgm:t>
        <a:bodyPr/>
        <a:lstStyle/>
        <a:p>
          <a:pPr>
            <a:defRPr b="1"/>
          </a:pPr>
          <a:r>
            <a:rPr lang="en-GB"/>
            <a:t>Database</a:t>
          </a:r>
          <a:endParaRPr lang="en-US"/>
        </a:p>
      </dgm:t>
    </dgm:pt>
    <dgm:pt modelId="{BD13A567-6685-4D6A-A980-EB55FAE6369B}" type="parTrans" cxnId="{683E8584-E1EF-4E7A-9E9D-3F853EA59C9D}">
      <dgm:prSet/>
      <dgm:spPr/>
      <dgm:t>
        <a:bodyPr/>
        <a:lstStyle/>
        <a:p>
          <a:endParaRPr lang="en-US"/>
        </a:p>
      </dgm:t>
    </dgm:pt>
    <dgm:pt modelId="{CEBF9A59-FE25-4C98-A61B-F98FDE78FCE0}" type="sibTrans" cxnId="{683E8584-E1EF-4E7A-9E9D-3F853EA59C9D}">
      <dgm:prSet/>
      <dgm:spPr/>
      <dgm:t>
        <a:bodyPr/>
        <a:lstStyle/>
        <a:p>
          <a:endParaRPr lang="en-US"/>
        </a:p>
      </dgm:t>
    </dgm:pt>
    <dgm:pt modelId="{C610CDE5-39EF-4379-90B9-A9305D831FA6}">
      <dgm:prSet/>
      <dgm:spPr/>
      <dgm:t>
        <a:bodyPr/>
        <a:lstStyle/>
        <a:p>
          <a:pPr>
            <a:defRPr b="1"/>
          </a:pPr>
          <a:r>
            <a:rPr lang="en-GB"/>
            <a:t>Sprint 2 Goals</a:t>
          </a:r>
          <a:endParaRPr lang="en-US"/>
        </a:p>
      </dgm:t>
    </dgm:pt>
    <dgm:pt modelId="{845CD186-8886-496C-9586-B3CD8E995C07}" type="parTrans" cxnId="{3B62AF11-E158-49A1-9003-77BD1F66D6E7}">
      <dgm:prSet/>
      <dgm:spPr/>
      <dgm:t>
        <a:bodyPr/>
        <a:lstStyle/>
        <a:p>
          <a:endParaRPr lang="en-US"/>
        </a:p>
      </dgm:t>
    </dgm:pt>
    <dgm:pt modelId="{172EAA2B-F00F-40BA-819D-B2964E332804}" type="sibTrans" cxnId="{3B62AF11-E158-49A1-9003-77BD1F66D6E7}">
      <dgm:prSet/>
      <dgm:spPr/>
      <dgm:t>
        <a:bodyPr/>
        <a:lstStyle/>
        <a:p>
          <a:endParaRPr lang="en-US"/>
        </a:p>
      </dgm:t>
    </dgm:pt>
    <dgm:pt modelId="{207BBBFA-556E-4D4B-8D4C-6857AC19F780}" type="pres">
      <dgm:prSet presAssocID="{225A96B4-64CC-488A-A8AE-6F3ABFC97406}" presName="root" presStyleCnt="0">
        <dgm:presLayoutVars>
          <dgm:dir/>
          <dgm:resizeHandles val="exact"/>
        </dgm:presLayoutVars>
      </dgm:prSet>
      <dgm:spPr/>
    </dgm:pt>
    <dgm:pt modelId="{BFFDC410-3175-4D0A-AD42-D911376D32D4}" type="pres">
      <dgm:prSet presAssocID="{97EB9A66-3C1D-4429-84D1-74287812A217}" presName="compNode" presStyleCnt="0"/>
      <dgm:spPr/>
    </dgm:pt>
    <dgm:pt modelId="{14374118-E3F9-489E-B2F8-F45DD4943B5C}" type="pres">
      <dgm:prSet presAssocID="{97EB9A66-3C1D-4429-84D1-74287812A217}"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2C72A34-311C-4F15-BBD7-25551B6B8101}" type="pres">
      <dgm:prSet presAssocID="{97EB9A66-3C1D-4429-84D1-74287812A217}" presName="iconSpace" presStyleCnt="0"/>
      <dgm:spPr/>
    </dgm:pt>
    <dgm:pt modelId="{173DF6A0-5F59-4904-8CEA-E31EB1308235}" type="pres">
      <dgm:prSet presAssocID="{97EB9A66-3C1D-4429-84D1-74287812A217}" presName="parTx" presStyleLbl="revTx" presStyleIdx="0" presStyleCnt="10">
        <dgm:presLayoutVars>
          <dgm:chMax val="0"/>
          <dgm:chPref val="0"/>
        </dgm:presLayoutVars>
      </dgm:prSet>
      <dgm:spPr/>
    </dgm:pt>
    <dgm:pt modelId="{414E9E43-375B-496E-B7D9-7B5AF405AA00}" type="pres">
      <dgm:prSet presAssocID="{97EB9A66-3C1D-4429-84D1-74287812A217}" presName="txSpace" presStyleCnt="0"/>
      <dgm:spPr/>
    </dgm:pt>
    <dgm:pt modelId="{75B540D8-3437-4C87-915A-0FBF4A374DE8}" type="pres">
      <dgm:prSet presAssocID="{97EB9A66-3C1D-4429-84D1-74287812A217}" presName="desTx" presStyleLbl="revTx" presStyleIdx="1" presStyleCnt="10">
        <dgm:presLayoutVars/>
      </dgm:prSet>
      <dgm:spPr/>
    </dgm:pt>
    <dgm:pt modelId="{F36D258A-DFC3-462D-9BCC-4C91A3D56947}" type="pres">
      <dgm:prSet presAssocID="{049601F7-8420-4AFB-9439-7F823A1B621F}" presName="sibTrans" presStyleCnt="0"/>
      <dgm:spPr/>
    </dgm:pt>
    <dgm:pt modelId="{B203847F-DF70-460A-B9F7-766D63182DE8}" type="pres">
      <dgm:prSet presAssocID="{16F3DE92-E1E5-489E-9288-1451669387D8}" presName="compNode" presStyleCnt="0"/>
      <dgm:spPr/>
    </dgm:pt>
    <dgm:pt modelId="{6ED6178A-23D8-4125-BF9B-39EAF1A543DE}" type="pres">
      <dgm:prSet presAssocID="{16F3DE92-E1E5-489E-9288-1451669387D8}"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 List"/>
        </a:ext>
      </dgm:extLst>
    </dgm:pt>
    <dgm:pt modelId="{D1E6CAEF-699C-4C59-BB51-B53CF17D35F8}" type="pres">
      <dgm:prSet presAssocID="{16F3DE92-E1E5-489E-9288-1451669387D8}" presName="iconSpace" presStyleCnt="0"/>
      <dgm:spPr/>
    </dgm:pt>
    <dgm:pt modelId="{6D6365B8-1B62-4B52-A720-F8332083B8D6}" type="pres">
      <dgm:prSet presAssocID="{16F3DE92-E1E5-489E-9288-1451669387D8}" presName="parTx" presStyleLbl="revTx" presStyleIdx="2" presStyleCnt="10">
        <dgm:presLayoutVars>
          <dgm:chMax val="0"/>
          <dgm:chPref val="0"/>
        </dgm:presLayoutVars>
      </dgm:prSet>
      <dgm:spPr/>
    </dgm:pt>
    <dgm:pt modelId="{76212FC3-15C0-4328-A1D1-1AB752310DCC}" type="pres">
      <dgm:prSet presAssocID="{16F3DE92-E1E5-489E-9288-1451669387D8}" presName="txSpace" presStyleCnt="0"/>
      <dgm:spPr/>
    </dgm:pt>
    <dgm:pt modelId="{713F8F93-FA7A-418C-B348-0605631828EA}" type="pres">
      <dgm:prSet presAssocID="{16F3DE92-E1E5-489E-9288-1451669387D8}" presName="desTx" presStyleLbl="revTx" presStyleIdx="3" presStyleCnt="10">
        <dgm:presLayoutVars/>
      </dgm:prSet>
      <dgm:spPr/>
    </dgm:pt>
    <dgm:pt modelId="{82CE4E9D-F152-4D78-9615-A4908A199F97}" type="pres">
      <dgm:prSet presAssocID="{2F88AD30-83E8-4D13-9BD3-F24605DC4DBA}" presName="sibTrans" presStyleCnt="0"/>
      <dgm:spPr/>
    </dgm:pt>
    <dgm:pt modelId="{81971F1D-AC69-438D-931E-E16471FECF60}" type="pres">
      <dgm:prSet presAssocID="{6D978324-2E11-4C46-8F52-EF9451345F2A}" presName="compNode" presStyleCnt="0"/>
      <dgm:spPr/>
    </dgm:pt>
    <dgm:pt modelId="{316F87A7-0E3D-4DC9-A894-C0D637DE7404}" type="pres">
      <dgm:prSet presAssocID="{6D978324-2E11-4C46-8F52-EF9451345F2A}"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4C40E2D9-457C-4D27-BDEB-60DB0F189013}" type="pres">
      <dgm:prSet presAssocID="{6D978324-2E11-4C46-8F52-EF9451345F2A}" presName="iconSpace" presStyleCnt="0"/>
      <dgm:spPr/>
    </dgm:pt>
    <dgm:pt modelId="{A5675032-9E4C-4772-BD31-E04F8965E0F9}" type="pres">
      <dgm:prSet presAssocID="{6D978324-2E11-4C46-8F52-EF9451345F2A}" presName="parTx" presStyleLbl="revTx" presStyleIdx="4" presStyleCnt="10">
        <dgm:presLayoutVars>
          <dgm:chMax val="0"/>
          <dgm:chPref val="0"/>
        </dgm:presLayoutVars>
      </dgm:prSet>
      <dgm:spPr/>
    </dgm:pt>
    <dgm:pt modelId="{4F00D80E-8C1D-48A3-80AE-FE5E5A811C56}" type="pres">
      <dgm:prSet presAssocID="{6D978324-2E11-4C46-8F52-EF9451345F2A}" presName="txSpace" presStyleCnt="0"/>
      <dgm:spPr/>
    </dgm:pt>
    <dgm:pt modelId="{21B40F42-5CF7-4C63-8B25-DF536BFA3F62}" type="pres">
      <dgm:prSet presAssocID="{6D978324-2E11-4C46-8F52-EF9451345F2A}" presName="desTx" presStyleLbl="revTx" presStyleIdx="5" presStyleCnt="10">
        <dgm:presLayoutVars/>
      </dgm:prSet>
      <dgm:spPr/>
    </dgm:pt>
    <dgm:pt modelId="{F2E4F0CC-C051-499F-B470-33F5FC10752E}" type="pres">
      <dgm:prSet presAssocID="{BFFF0145-456E-4F24-BB4B-7A1856CD0092}" presName="sibTrans" presStyleCnt="0"/>
      <dgm:spPr/>
    </dgm:pt>
    <dgm:pt modelId="{1D8CBD39-1DB3-4F20-9654-12A57CE5DB08}" type="pres">
      <dgm:prSet presAssocID="{FA98CA26-C032-432F-9928-FBD89DB37448}" presName="compNode" presStyleCnt="0"/>
      <dgm:spPr/>
    </dgm:pt>
    <dgm:pt modelId="{1D46E6E4-FAA1-4E3D-B7A3-B0026786CEAF}" type="pres">
      <dgm:prSet presAssocID="{FA98CA26-C032-432F-9928-FBD89DB3744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3C050D43-F893-4D9C-B878-B6A59D01A97E}" type="pres">
      <dgm:prSet presAssocID="{FA98CA26-C032-432F-9928-FBD89DB37448}" presName="iconSpace" presStyleCnt="0"/>
      <dgm:spPr/>
    </dgm:pt>
    <dgm:pt modelId="{10C39C9B-26DD-466F-84AB-BA98DB718881}" type="pres">
      <dgm:prSet presAssocID="{FA98CA26-C032-432F-9928-FBD89DB37448}" presName="parTx" presStyleLbl="revTx" presStyleIdx="6" presStyleCnt="10">
        <dgm:presLayoutVars>
          <dgm:chMax val="0"/>
          <dgm:chPref val="0"/>
        </dgm:presLayoutVars>
      </dgm:prSet>
      <dgm:spPr/>
    </dgm:pt>
    <dgm:pt modelId="{C3812FCD-576B-4885-8FD1-C5B3C92AAE4A}" type="pres">
      <dgm:prSet presAssocID="{FA98CA26-C032-432F-9928-FBD89DB37448}" presName="txSpace" presStyleCnt="0"/>
      <dgm:spPr/>
    </dgm:pt>
    <dgm:pt modelId="{22A0C6A0-25E2-4A00-82D9-CC33922ABC11}" type="pres">
      <dgm:prSet presAssocID="{FA98CA26-C032-432F-9928-FBD89DB37448}" presName="desTx" presStyleLbl="revTx" presStyleIdx="7" presStyleCnt="10">
        <dgm:presLayoutVars/>
      </dgm:prSet>
      <dgm:spPr/>
    </dgm:pt>
    <dgm:pt modelId="{A5E4FF92-CBBF-40B2-AB63-3EB1C2266C4E}" type="pres">
      <dgm:prSet presAssocID="{CEBF9A59-FE25-4C98-A61B-F98FDE78FCE0}" presName="sibTrans" presStyleCnt="0"/>
      <dgm:spPr/>
    </dgm:pt>
    <dgm:pt modelId="{62D644BD-D291-48EB-8835-D51DA7376A46}" type="pres">
      <dgm:prSet presAssocID="{C610CDE5-39EF-4379-90B9-A9305D831FA6}" presName="compNode" presStyleCnt="0"/>
      <dgm:spPr/>
    </dgm:pt>
    <dgm:pt modelId="{E51AEFA1-210A-400E-ADBF-0537E861B16B}" type="pres">
      <dgm:prSet presAssocID="{C610CDE5-39EF-4379-90B9-A9305D831FA6}"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Run"/>
        </a:ext>
      </dgm:extLst>
    </dgm:pt>
    <dgm:pt modelId="{B106D4C8-6FE3-4D7E-8FD5-EC2BF5607B81}" type="pres">
      <dgm:prSet presAssocID="{C610CDE5-39EF-4379-90B9-A9305D831FA6}" presName="iconSpace" presStyleCnt="0"/>
      <dgm:spPr/>
    </dgm:pt>
    <dgm:pt modelId="{D0150D8D-3618-4AFB-9AAF-F47851C5A112}" type="pres">
      <dgm:prSet presAssocID="{C610CDE5-39EF-4379-90B9-A9305D831FA6}" presName="parTx" presStyleLbl="revTx" presStyleIdx="8" presStyleCnt="10">
        <dgm:presLayoutVars>
          <dgm:chMax val="0"/>
          <dgm:chPref val="0"/>
        </dgm:presLayoutVars>
      </dgm:prSet>
      <dgm:spPr/>
    </dgm:pt>
    <dgm:pt modelId="{DE9D8434-A6FA-4B4E-B51B-456AD1DA7ECA}" type="pres">
      <dgm:prSet presAssocID="{C610CDE5-39EF-4379-90B9-A9305D831FA6}" presName="txSpace" presStyleCnt="0"/>
      <dgm:spPr/>
    </dgm:pt>
    <dgm:pt modelId="{A66A01D9-FB6C-4C28-9A49-3F7B77BE07CE}" type="pres">
      <dgm:prSet presAssocID="{C610CDE5-39EF-4379-90B9-A9305D831FA6}" presName="desTx" presStyleLbl="revTx" presStyleIdx="9" presStyleCnt="10">
        <dgm:presLayoutVars/>
      </dgm:prSet>
      <dgm:spPr/>
    </dgm:pt>
  </dgm:ptLst>
  <dgm:cxnLst>
    <dgm:cxn modelId="{E82AAE00-AD25-4C77-B75F-7925BFDA4B41}" type="presOf" srcId="{225A96B4-64CC-488A-A8AE-6F3ABFC97406}" destId="{207BBBFA-556E-4D4B-8D4C-6857AC19F780}" srcOrd="0" destOrd="0" presId="urn:microsoft.com/office/officeart/2018/5/layout/CenteredIconLabelDescriptionList"/>
    <dgm:cxn modelId="{4CA57B0A-D152-4324-A315-0ED932ABD6AE}" srcId="{225A96B4-64CC-488A-A8AE-6F3ABFC97406}" destId="{16F3DE92-E1E5-489E-9288-1451669387D8}" srcOrd="1" destOrd="0" parTransId="{0E596C48-2587-4E63-8156-9663A6FB35C9}" sibTransId="{2F88AD30-83E8-4D13-9BD3-F24605DC4DBA}"/>
    <dgm:cxn modelId="{3B62AF11-E158-49A1-9003-77BD1F66D6E7}" srcId="{225A96B4-64CC-488A-A8AE-6F3ABFC97406}" destId="{C610CDE5-39EF-4379-90B9-A9305D831FA6}" srcOrd="4" destOrd="0" parTransId="{845CD186-8886-496C-9586-B3CD8E995C07}" sibTransId="{172EAA2B-F00F-40BA-819D-B2964E332804}"/>
    <dgm:cxn modelId="{B8B89C2A-B569-427C-9E01-26AFE982038D}" type="presOf" srcId="{6D978324-2E11-4C46-8F52-EF9451345F2A}" destId="{A5675032-9E4C-4772-BD31-E04F8965E0F9}" srcOrd="0" destOrd="0" presId="urn:microsoft.com/office/officeart/2018/5/layout/CenteredIconLabelDescriptionList"/>
    <dgm:cxn modelId="{64C10B34-95DC-41BA-B646-BCA52848241F}" type="presOf" srcId="{C610CDE5-39EF-4379-90B9-A9305D831FA6}" destId="{D0150D8D-3618-4AFB-9AAF-F47851C5A112}" srcOrd="0" destOrd="0" presId="urn:microsoft.com/office/officeart/2018/5/layout/CenteredIconLabelDescriptionList"/>
    <dgm:cxn modelId="{93002E35-F8EA-42C1-AD6D-2AEA556C1F83}" type="presOf" srcId="{FA98CA26-C032-432F-9928-FBD89DB37448}" destId="{10C39C9B-26DD-466F-84AB-BA98DB718881}" srcOrd="0" destOrd="0" presId="urn:microsoft.com/office/officeart/2018/5/layout/CenteredIconLabelDescriptionList"/>
    <dgm:cxn modelId="{ECA3115E-D59D-4C1E-82FB-CB43F6B37C99}" type="presOf" srcId="{16F3DE92-E1E5-489E-9288-1451669387D8}" destId="{6D6365B8-1B62-4B52-A720-F8332083B8D6}" srcOrd="0" destOrd="0" presId="urn:microsoft.com/office/officeart/2018/5/layout/CenteredIconLabelDescriptionList"/>
    <dgm:cxn modelId="{5FD76170-4018-4813-A5E5-86AE77181A0E}" srcId="{225A96B4-64CC-488A-A8AE-6F3ABFC97406}" destId="{97EB9A66-3C1D-4429-84D1-74287812A217}" srcOrd="0" destOrd="0" parTransId="{6603E24B-D38A-45B8-A9D5-1ADA04BBE041}" sibTransId="{049601F7-8420-4AFB-9439-7F823A1B621F}"/>
    <dgm:cxn modelId="{25832859-C376-4001-A081-60DAD36BB274}" type="presOf" srcId="{84FB8433-4C4C-4EFB-8B3F-EB26084208AE}" destId="{75B540D8-3437-4C87-915A-0FBF4A374DE8}" srcOrd="0" destOrd="0" presId="urn:microsoft.com/office/officeart/2018/5/layout/CenteredIconLabelDescriptionList"/>
    <dgm:cxn modelId="{683E8584-E1EF-4E7A-9E9D-3F853EA59C9D}" srcId="{225A96B4-64CC-488A-A8AE-6F3ABFC97406}" destId="{FA98CA26-C032-432F-9928-FBD89DB37448}" srcOrd="3" destOrd="0" parTransId="{BD13A567-6685-4D6A-A980-EB55FAE6369B}" sibTransId="{CEBF9A59-FE25-4C98-A61B-F98FDE78FCE0}"/>
    <dgm:cxn modelId="{02D3D88F-7CF3-48E5-ABB2-5495592E33F3}" srcId="{225A96B4-64CC-488A-A8AE-6F3ABFC97406}" destId="{6D978324-2E11-4C46-8F52-EF9451345F2A}" srcOrd="2" destOrd="0" parTransId="{13B5D199-BF4D-45BB-A54B-4FCC20E5F7F3}" sibTransId="{BFFF0145-456E-4F24-BB4B-7A1856CD0092}"/>
    <dgm:cxn modelId="{06A4BBAF-1789-46B4-9472-975E6CD3F96A}" srcId="{97EB9A66-3C1D-4429-84D1-74287812A217}" destId="{84FB8433-4C4C-4EFB-8B3F-EB26084208AE}" srcOrd="0" destOrd="0" parTransId="{C55BF792-C8EA-4AC5-87DD-DEA8F20117B6}" sibTransId="{CDF6CE11-F908-4031-B911-6AB24B59D512}"/>
    <dgm:cxn modelId="{328213BD-F077-4B04-9829-65E83D8E2E40}" type="presOf" srcId="{97EB9A66-3C1D-4429-84D1-74287812A217}" destId="{173DF6A0-5F59-4904-8CEA-E31EB1308235}" srcOrd="0" destOrd="0" presId="urn:microsoft.com/office/officeart/2018/5/layout/CenteredIconLabelDescriptionList"/>
    <dgm:cxn modelId="{0A237578-74E1-413C-9F98-EBCE5975D06B}" type="presParOf" srcId="{207BBBFA-556E-4D4B-8D4C-6857AC19F780}" destId="{BFFDC410-3175-4D0A-AD42-D911376D32D4}" srcOrd="0" destOrd="0" presId="urn:microsoft.com/office/officeart/2018/5/layout/CenteredIconLabelDescriptionList"/>
    <dgm:cxn modelId="{F3C252CE-2D7A-4BC1-93BF-9992661B917F}" type="presParOf" srcId="{BFFDC410-3175-4D0A-AD42-D911376D32D4}" destId="{14374118-E3F9-489E-B2F8-F45DD4943B5C}" srcOrd="0" destOrd="0" presId="urn:microsoft.com/office/officeart/2018/5/layout/CenteredIconLabelDescriptionList"/>
    <dgm:cxn modelId="{215B817C-7BB7-4D72-B6CD-19D05FD18C4A}" type="presParOf" srcId="{BFFDC410-3175-4D0A-AD42-D911376D32D4}" destId="{32C72A34-311C-4F15-BBD7-25551B6B8101}" srcOrd="1" destOrd="0" presId="urn:microsoft.com/office/officeart/2018/5/layout/CenteredIconLabelDescriptionList"/>
    <dgm:cxn modelId="{2CCB1737-3312-4070-8A65-6E6503472A82}" type="presParOf" srcId="{BFFDC410-3175-4D0A-AD42-D911376D32D4}" destId="{173DF6A0-5F59-4904-8CEA-E31EB1308235}" srcOrd="2" destOrd="0" presId="urn:microsoft.com/office/officeart/2018/5/layout/CenteredIconLabelDescriptionList"/>
    <dgm:cxn modelId="{A38E3BE4-9561-44C3-BF0F-AE5DF3D2AA5A}" type="presParOf" srcId="{BFFDC410-3175-4D0A-AD42-D911376D32D4}" destId="{414E9E43-375B-496E-B7D9-7B5AF405AA00}" srcOrd="3" destOrd="0" presId="urn:microsoft.com/office/officeart/2018/5/layout/CenteredIconLabelDescriptionList"/>
    <dgm:cxn modelId="{BA0550B8-CF02-4C0F-B3BA-4C15A241AEBB}" type="presParOf" srcId="{BFFDC410-3175-4D0A-AD42-D911376D32D4}" destId="{75B540D8-3437-4C87-915A-0FBF4A374DE8}" srcOrd="4" destOrd="0" presId="urn:microsoft.com/office/officeart/2018/5/layout/CenteredIconLabelDescriptionList"/>
    <dgm:cxn modelId="{126AE196-2187-44AD-94CD-7C3EBC36AD55}" type="presParOf" srcId="{207BBBFA-556E-4D4B-8D4C-6857AC19F780}" destId="{F36D258A-DFC3-462D-9BCC-4C91A3D56947}" srcOrd="1" destOrd="0" presId="urn:microsoft.com/office/officeart/2018/5/layout/CenteredIconLabelDescriptionList"/>
    <dgm:cxn modelId="{3BEDC9AA-AFFB-4B39-A452-E9F15CAE5037}" type="presParOf" srcId="{207BBBFA-556E-4D4B-8D4C-6857AC19F780}" destId="{B203847F-DF70-460A-B9F7-766D63182DE8}" srcOrd="2" destOrd="0" presId="urn:microsoft.com/office/officeart/2018/5/layout/CenteredIconLabelDescriptionList"/>
    <dgm:cxn modelId="{EC707794-AFAC-4C4F-9661-C705EB32B0DC}" type="presParOf" srcId="{B203847F-DF70-460A-B9F7-766D63182DE8}" destId="{6ED6178A-23D8-4125-BF9B-39EAF1A543DE}" srcOrd="0" destOrd="0" presId="urn:microsoft.com/office/officeart/2018/5/layout/CenteredIconLabelDescriptionList"/>
    <dgm:cxn modelId="{0A7FB913-0B79-4999-B38F-54D99CA8E413}" type="presParOf" srcId="{B203847F-DF70-460A-B9F7-766D63182DE8}" destId="{D1E6CAEF-699C-4C59-BB51-B53CF17D35F8}" srcOrd="1" destOrd="0" presId="urn:microsoft.com/office/officeart/2018/5/layout/CenteredIconLabelDescriptionList"/>
    <dgm:cxn modelId="{CA4C48FC-81AE-4344-8723-9CB6E2AABAF8}" type="presParOf" srcId="{B203847F-DF70-460A-B9F7-766D63182DE8}" destId="{6D6365B8-1B62-4B52-A720-F8332083B8D6}" srcOrd="2" destOrd="0" presId="urn:microsoft.com/office/officeart/2018/5/layout/CenteredIconLabelDescriptionList"/>
    <dgm:cxn modelId="{E016A6C9-D850-473C-B640-1CF647111811}" type="presParOf" srcId="{B203847F-DF70-460A-B9F7-766D63182DE8}" destId="{76212FC3-15C0-4328-A1D1-1AB752310DCC}" srcOrd="3" destOrd="0" presId="urn:microsoft.com/office/officeart/2018/5/layout/CenteredIconLabelDescriptionList"/>
    <dgm:cxn modelId="{692F7242-FEEE-4626-8C1F-593C749548B4}" type="presParOf" srcId="{B203847F-DF70-460A-B9F7-766D63182DE8}" destId="{713F8F93-FA7A-418C-B348-0605631828EA}" srcOrd="4" destOrd="0" presId="urn:microsoft.com/office/officeart/2018/5/layout/CenteredIconLabelDescriptionList"/>
    <dgm:cxn modelId="{4D381EF4-B9BA-43B3-81C9-695B4C343E39}" type="presParOf" srcId="{207BBBFA-556E-4D4B-8D4C-6857AC19F780}" destId="{82CE4E9D-F152-4D78-9615-A4908A199F97}" srcOrd="3" destOrd="0" presId="urn:microsoft.com/office/officeart/2018/5/layout/CenteredIconLabelDescriptionList"/>
    <dgm:cxn modelId="{A5AF7B6F-D77E-40DD-8C3D-D5CC1B647B0E}" type="presParOf" srcId="{207BBBFA-556E-4D4B-8D4C-6857AC19F780}" destId="{81971F1D-AC69-438D-931E-E16471FECF60}" srcOrd="4" destOrd="0" presId="urn:microsoft.com/office/officeart/2018/5/layout/CenteredIconLabelDescriptionList"/>
    <dgm:cxn modelId="{90122EE8-B4CF-442F-A2D3-1A2802BE9BC5}" type="presParOf" srcId="{81971F1D-AC69-438D-931E-E16471FECF60}" destId="{316F87A7-0E3D-4DC9-A894-C0D637DE7404}" srcOrd="0" destOrd="0" presId="urn:microsoft.com/office/officeart/2018/5/layout/CenteredIconLabelDescriptionList"/>
    <dgm:cxn modelId="{A38CE7C8-4917-434C-AE9F-DDF1608E319B}" type="presParOf" srcId="{81971F1D-AC69-438D-931E-E16471FECF60}" destId="{4C40E2D9-457C-4D27-BDEB-60DB0F189013}" srcOrd="1" destOrd="0" presId="urn:microsoft.com/office/officeart/2018/5/layout/CenteredIconLabelDescriptionList"/>
    <dgm:cxn modelId="{78F68C4E-3A4B-4722-AB65-3FB55406B537}" type="presParOf" srcId="{81971F1D-AC69-438D-931E-E16471FECF60}" destId="{A5675032-9E4C-4772-BD31-E04F8965E0F9}" srcOrd="2" destOrd="0" presId="urn:microsoft.com/office/officeart/2018/5/layout/CenteredIconLabelDescriptionList"/>
    <dgm:cxn modelId="{8B17EF18-4291-4508-BA6B-BD321FC56B21}" type="presParOf" srcId="{81971F1D-AC69-438D-931E-E16471FECF60}" destId="{4F00D80E-8C1D-48A3-80AE-FE5E5A811C56}" srcOrd="3" destOrd="0" presId="urn:microsoft.com/office/officeart/2018/5/layout/CenteredIconLabelDescriptionList"/>
    <dgm:cxn modelId="{3FA99BAB-431D-4BBE-8672-08387BACB513}" type="presParOf" srcId="{81971F1D-AC69-438D-931E-E16471FECF60}" destId="{21B40F42-5CF7-4C63-8B25-DF536BFA3F62}" srcOrd="4" destOrd="0" presId="urn:microsoft.com/office/officeart/2018/5/layout/CenteredIconLabelDescriptionList"/>
    <dgm:cxn modelId="{5D883B4C-A2F9-46E9-B018-57D9EFE67D59}" type="presParOf" srcId="{207BBBFA-556E-4D4B-8D4C-6857AC19F780}" destId="{F2E4F0CC-C051-499F-B470-33F5FC10752E}" srcOrd="5" destOrd="0" presId="urn:microsoft.com/office/officeart/2018/5/layout/CenteredIconLabelDescriptionList"/>
    <dgm:cxn modelId="{A929850A-1B13-4DD1-9CA7-9F0524F0300D}" type="presParOf" srcId="{207BBBFA-556E-4D4B-8D4C-6857AC19F780}" destId="{1D8CBD39-1DB3-4F20-9654-12A57CE5DB08}" srcOrd="6" destOrd="0" presId="urn:microsoft.com/office/officeart/2018/5/layout/CenteredIconLabelDescriptionList"/>
    <dgm:cxn modelId="{388D8BBE-CBD5-43C8-BB46-A0A9FFB19ED4}" type="presParOf" srcId="{1D8CBD39-1DB3-4F20-9654-12A57CE5DB08}" destId="{1D46E6E4-FAA1-4E3D-B7A3-B0026786CEAF}" srcOrd="0" destOrd="0" presId="urn:microsoft.com/office/officeart/2018/5/layout/CenteredIconLabelDescriptionList"/>
    <dgm:cxn modelId="{04691BE4-BB72-44DF-AFDD-AB94DBEECA94}" type="presParOf" srcId="{1D8CBD39-1DB3-4F20-9654-12A57CE5DB08}" destId="{3C050D43-F893-4D9C-B878-B6A59D01A97E}" srcOrd="1" destOrd="0" presId="urn:microsoft.com/office/officeart/2018/5/layout/CenteredIconLabelDescriptionList"/>
    <dgm:cxn modelId="{4AA0F225-8E16-4090-A95B-D3676F7EEE34}" type="presParOf" srcId="{1D8CBD39-1DB3-4F20-9654-12A57CE5DB08}" destId="{10C39C9B-26DD-466F-84AB-BA98DB718881}" srcOrd="2" destOrd="0" presId="urn:microsoft.com/office/officeart/2018/5/layout/CenteredIconLabelDescriptionList"/>
    <dgm:cxn modelId="{E9C82041-35B3-4BAF-A6AC-66FB0875E4DC}" type="presParOf" srcId="{1D8CBD39-1DB3-4F20-9654-12A57CE5DB08}" destId="{C3812FCD-576B-4885-8FD1-C5B3C92AAE4A}" srcOrd="3" destOrd="0" presId="urn:microsoft.com/office/officeart/2018/5/layout/CenteredIconLabelDescriptionList"/>
    <dgm:cxn modelId="{CC9C1D53-8513-4F84-906F-E043204D895D}" type="presParOf" srcId="{1D8CBD39-1DB3-4F20-9654-12A57CE5DB08}" destId="{22A0C6A0-25E2-4A00-82D9-CC33922ABC11}" srcOrd="4" destOrd="0" presId="urn:microsoft.com/office/officeart/2018/5/layout/CenteredIconLabelDescriptionList"/>
    <dgm:cxn modelId="{BAFEA935-B15B-43B7-8594-2788A4C7E9CD}" type="presParOf" srcId="{207BBBFA-556E-4D4B-8D4C-6857AC19F780}" destId="{A5E4FF92-CBBF-40B2-AB63-3EB1C2266C4E}" srcOrd="7" destOrd="0" presId="urn:microsoft.com/office/officeart/2018/5/layout/CenteredIconLabelDescriptionList"/>
    <dgm:cxn modelId="{810FE7F7-E2AB-4136-B584-3993B02789B2}" type="presParOf" srcId="{207BBBFA-556E-4D4B-8D4C-6857AC19F780}" destId="{62D644BD-D291-48EB-8835-D51DA7376A46}" srcOrd="8" destOrd="0" presId="urn:microsoft.com/office/officeart/2018/5/layout/CenteredIconLabelDescriptionList"/>
    <dgm:cxn modelId="{A0456C8C-481C-40FB-AE3B-6E72F94B1F25}" type="presParOf" srcId="{62D644BD-D291-48EB-8835-D51DA7376A46}" destId="{E51AEFA1-210A-400E-ADBF-0537E861B16B}" srcOrd="0" destOrd="0" presId="urn:microsoft.com/office/officeart/2018/5/layout/CenteredIconLabelDescriptionList"/>
    <dgm:cxn modelId="{39473604-9947-42E1-900F-FEA99D52AE4D}" type="presParOf" srcId="{62D644BD-D291-48EB-8835-D51DA7376A46}" destId="{B106D4C8-6FE3-4D7E-8FD5-EC2BF5607B81}" srcOrd="1" destOrd="0" presId="urn:microsoft.com/office/officeart/2018/5/layout/CenteredIconLabelDescriptionList"/>
    <dgm:cxn modelId="{74001D94-557A-4F6D-B28B-1584C18F4FE9}" type="presParOf" srcId="{62D644BD-D291-48EB-8835-D51DA7376A46}" destId="{D0150D8D-3618-4AFB-9AAF-F47851C5A112}" srcOrd="2" destOrd="0" presId="urn:microsoft.com/office/officeart/2018/5/layout/CenteredIconLabelDescriptionList"/>
    <dgm:cxn modelId="{561BAADB-34F5-45CA-B276-E7043C82FBE9}" type="presParOf" srcId="{62D644BD-D291-48EB-8835-D51DA7376A46}" destId="{DE9D8434-A6FA-4B4E-B51B-456AD1DA7ECA}" srcOrd="3" destOrd="0" presId="urn:microsoft.com/office/officeart/2018/5/layout/CenteredIconLabelDescriptionList"/>
    <dgm:cxn modelId="{4B939EB8-A3B7-41FE-8C5E-D02700FF477B}" type="presParOf" srcId="{62D644BD-D291-48EB-8835-D51DA7376A46}" destId="{A66A01D9-FB6C-4C28-9A49-3F7B77BE07CE}"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374CE5-D660-405E-8FF0-5FD2572EEE32}"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A546B68-5654-46D8-8F2B-538ACE417C8E}">
      <dgm:prSet/>
      <dgm:spPr/>
      <dgm:t>
        <a:bodyPr/>
        <a:lstStyle/>
        <a:p>
          <a:r>
            <a:rPr lang="en-GB"/>
            <a:t>Project Plan</a:t>
          </a:r>
          <a:endParaRPr lang="en-US"/>
        </a:p>
      </dgm:t>
    </dgm:pt>
    <dgm:pt modelId="{6D2E6D0C-97FA-470A-9E2E-CA42427D4AE7}" type="parTrans" cxnId="{2F8F57B5-447E-4256-88B2-70EB3ED7EDB6}">
      <dgm:prSet/>
      <dgm:spPr/>
      <dgm:t>
        <a:bodyPr/>
        <a:lstStyle/>
        <a:p>
          <a:endParaRPr lang="en-US"/>
        </a:p>
      </dgm:t>
    </dgm:pt>
    <dgm:pt modelId="{96183682-5715-412D-A036-B80CDDBC3BC9}" type="sibTrans" cxnId="{2F8F57B5-447E-4256-88B2-70EB3ED7EDB6}">
      <dgm:prSet/>
      <dgm:spPr/>
      <dgm:t>
        <a:bodyPr/>
        <a:lstStyle/>
        <a:p>
          <a:endParaRPr lang="en-US"/>
        </a:p>
      </dgm:t>
    </dgm:pt>
    <dgm:pt modelId="{A3EBE37F-C0EC-465A-8F5A-869541694DB8}">
      <dgm:prSet/>
      <dgm:spPr/>
      <dgm:t>
        <a:bodyPr/>
        <a:lstStyle/>
        <a:p>
          <a:r>
            <a:rPr lang="en-GB"/>
            <a:t>US : Data Storage</a:t>
          </a:r>
          <a:endParaRPr lang="en-US"/>
        </a:p>
      </dgm:t>
    </dgm:pt>
    <dgm:pt modelId="{CEE61674-F79E-4967-ABC8-631AA377D5EC}" type="parTrans" cxnId="{301C4E6B-5E41-4573-B260-08D97D1A2CFF}">
      <dgm:prSet/>
      <dgm:spPr/>
      <dgm:t>
        <a:bodyPr/>
        <a:lstStyle/>
        <a:p>
          <a:endParaRPr lang="en-US"/>
        </a:p>
      </dgm:t>
    </dgm:pt>
    <dgm:pt modelId="{D5481EF0-D6C0-4526-BE4C-F5D039D2B1BA}" type="sibTrans" cxnId="{301C4E6B-5E41-4573-B260-08D97D1A2CFF}">
      <dgm:prSet/>
      <dgm:spPr/>
      <dgm:t>
        <a:bodyPr/>
        <a:lstStyle/>
        <a:p>
          <a:endParaRPr lang="en-US"/>
        </a:p>
      </dgm:t>
    </dgm:pt>
    <dgm:pt modelId="{6F9F6E85-7F95-4ACE-89B0-FF8ABEDB3200}">
      <dgm:prSet/>
      <dgm:spPr/>
      <dgm:t>
        <a:bodyPr/>
        <a:lstStyle/>
        <a:p>
          <a:r>
            <a:rPr lang="en-GB"/>
            <a:t>US : Containered Database</a:t>
          </a:r>
          <a:endParaRPr lang="en-US"/>
        </a:p>
      </dgm:t>
    </dgm:pt>
    <dgm:pt modelId="{EEE9E54E-127F-4ABE-B670-23CACAE0E355}" type="parTrans" cxnId="{E694AF34-1364-4F56-9FF7-6133C5863E65}">
      <dgm:prSet/>
      <dgm:spPr/>
      <dgm:t>
        <a:bodyPr/>
        <a:lstStyle/>
        <a:p>
          <a:endParaRPr lang="en-US"/>
        </a:p>
      </dgm:t>
    </dgm:pt>
    <dgm:pt modelId="{E9C6BACB-1650-444C-BE9C-7C516515035C}" type="sibTrans" cxnId="{E694AF34-1364-4F56-9FF7-6133C5863E65}">
      <dgm:prSet/>
      <dgm:spPr/>
      <dgm:t>
        <a:bodyPr/>
        <a:lstStyle/>
        <a:p>
          <a:endParaRPr lang="en-US"/>
        </a:p>
      </dgm:t>
    </dgm:pt>
    <dgm:pt modelId="{CA57E9A1-0C21-4CDA-8808-910B76BE5EAB}">
      <dgm:prSet/>
      <dgm:spPr/>
      <dgm:t>
        <a:bodyPr/>
        <a:lstStyle/>
        <a:p>
          <a:r>
            <a:rPr lang="en-GB"/>
            <a:t>US : Musical Algorithms</a:t>
          </a:r>
          <a:endParaRPr lang="en-US"/>
        </a:p>
      </dgm:t>
    </dgm:pt>
    <dgm:pt modelId="{49597FA6-4527-4600-BD9E-CC3A0814FC53}" type="parTrans" cxnId="{16B9C806-3BB7-446A-91B0-F43042A760FF}">
      <dgm:prSet/>
      <dgm:spPr/>
      <dgm:t>
        <a:bodyPr/>
        <a:lstStyle/>
        <a:p>
          <a:endParaRPr lang="en-US"/>
        </a:p>
      </dgm:t>
    </dgm:pt>
    <dgm:pt modelId="{4C6A1B1B-48D8-4414-B99F-EE859FD9DD1B}" type="sibTrans" cxnId="{16B9C806-3BB7-446A-91B0-F43042A760FF}">
      <dgm:prSet/>
      <dgm:spPr/>
      <dgm:t>
        <a:bodyPr/>
        <a:lstStyle/>
        <a:p>
          <a:endParaRPr lang="en-US"/>
        </a:p>
      </dgm:t>
    </dgm:pt>
    <dgm:pt modelId="{AEE1F02A-5397-4E3B-9B9C-6B85654C4193}" type="pres">
      <dgm:prSet presAssocID="{FC374CE5-D660-405E-8FF0-5FD2572EEE32}" presName="linear" presStyleCnt="0">
        <dgm:presLayoutVars>
          <dgm:animLvl val="lvl"/>
          <dgm:resizeHandles val="exact"/>
        </dgm:presLayoutVars>
      </dgm:prSet>
      <dgm:spPr/>
    </dgm:pt>
    <dgm:pt modelId="{8869CA6E-2A4D-420A-9922-7A98A66E8FF2}" type="pres">
      <dgm:prSet presAssocID="{0A546B68-5654-46D8-8F2B-538ACE417C8E}" presName="parentText" presStyleLbl="node1" presStyleIdx="0" presStyleCnt="4">
        <dgm:presLayoutVars>
          <dgm:chMax val="0"/>
          <dgm:bulletEnabled val="1"/>
        </dgm:presLayoutVars>
      </dgm:prSet>
      <dgm:spPr/>
    </dgm:pt>
    <dgm:pt modelId="{66C75E06-0D77-4437-98C3-1D88B52C343E}" type="pres">
      <dgm:prSet presAssocID="{96183682-5715-412D-A036-B80CDDBC3BC9}" presName="spacer" presStyleCnt="0"/>
      <dgm:spPr/>
    </dgm:pt>
    <dgm:pt modelId="{432B190E-1807-4C55-ACE4-24FF65557962}" type="pres">
      <dgm:prSet presAssocID="{A3EBE37F-C0EC-465A-8F5A-869541694DB8}" presName="parentText" presStyleLbl="node1" presStyleIdx="1" presStyleCnt="4">
        <dgm:presLayoutVars>
          <dgm:chMax val="0"/>
          <dgm:bulletEnabled val="1"/>
        </dgm:presLayoutVars>
      </dgm:prSet>
      <dgm:spPr/>
    </dgm:pt>
    <dgm:pt modelId="{8905649C-3EBC-4C2C-A1CA-77F022FD50B7}" type="pres">
      <dgm:prSet presAssocID="{D5481EF0-D6C0-4526-BE4C-F5D039D2B1BA}" presName="spacer" presStyleCnt="0"/>
      <dgm:spPr/>
    </dgm:pt>
    <dgm:pt modelId="{0157AAEB-FAE2-4D27-8A96-2761D87A81BD}" type="pres">
      <dgm:prSet presAssocID="{6F9F6E85-7F95-4ACE-89B0-FF8ABEDB3200}" presName="parentText" presStyleLbl="node1" presStyleIdx="2" presStyleCnt="4">
        <dgm:presLayoutVars>
          <dgm:chMax val="0"/>
          <dgm:bulletEnabled val="1"/>
        </dgm:presLayoutVars>
      </dgm:prSet>
      <dgm:spPr/>
    </dgm:pt>
    <dgm:pt modelId="{F55296A2-79CC-41B2-8E69-426027F127F3}" type="pres">
      <dgm:prSet presAssocID="{E9C6BACB-1650-444C-BE9C-7C516515035C}" presName="spacer" presStyleCnt="0"/>
      <dgm:spPr/>
    </dgm:pt>
    <dgm:pt modelId="{CDD5DE7A-42DF-4F28-8CB2-7A1140972A27}" type="pres">
      <dgm:prSet presAssocID="{CA57E9A1-0C21-4CDA-8808-910B76BE5EAB}" presName="parentText" presStyleLbl="node1" presStyleIdx="3" presStyleCnt="4">
        <dgm:presLayoutVars>
          <dgm:chMax val="0"/>
          <dgm:bulletEnabled val="1"/>
        </dgm:presLayoutVars>
      </dgm:prSet>
      <dgm:spPr/>
    </dgm:pt>
  </dgm:ptLst>
  <dgm:cxnLst>
    <dgm:cxn modelId="{16B9C806-3BB7-446A-91B0-F43042A760FF}" srcId="{FC374CE5-D660-405E-8FF0-5FD2572EEE32}" destId="{CA57E9A1-0C21-4CDA-8808-910B76BE5EAB}" srcOrd="3" destOrd="0" parTransId="{49597FA6-4527-4600-BD9E-CC3A0814FC53}" sibTransId="{4C6A1B1B-48D8-4414-B99F-EE859FD9DD1B}"/>
    <dgm:cxn modelId="{46B4321D-0F04-4B19-B329-631482407503}" type="presOf" srcId="{CA57E9A1-0C21-4CDA-8808-910B76BE5EAB}" destId="{CDD5DE7A-42DF-4F28-8CB2-7A1140972A27}" srcOrd="0" destOrd="0" presId="urn:microsoft.com/office/officeart/2005/8/layout/vList2"/>
    <dgm:cxn modelId="{E694AF34-1364-4F56-9FF7-6133C5863E65}" srcId="{FC374CE5-D660-405E-8FF0-5FD2572EEE32}" destId="{6F9F6E85-7F95-4ACE-89B0-FF8ABEDB3200}" srcOrd="2" destOrd="0" parTransId="{EEE9E54E-127F-4ABE-B670-23CACAE0E355}" sibTransId="{E9C6BACB-1650-444C-BE9C-7C516515035C}"/>
    <dgm:cxn modelId="{301C4E6B-5E41-4573-B260-08D97D1A2CFF}" srcId="{FC374CE5-D660-405E-8FF0-5FD2572EEE32}" destId="{A3EBE37F-C0EC-465A-8F5A-869541694DB8}" srcOrd="1" destOrd="0" parTransId="{CEE61674-F79E-4967-ABC8-631AA377D5EC}" sibTransId="{D5481EF0-D6C0-4526-BE4C-F5D039D2B1BA}"/>
    <dgm:cxn modelId="{78BA7C92-53F1-4E8E-BF41-DEA924B0AF43}" type="presOf" srcId="{0A546B68-5654-46D8-8F2B-538ACE417C8E}" destId="{8869CA6E-2A4D-420A-9922-7A98A66E8FF2}" srcOrd="0" destOrd="0" presId="urn:microsoft.com/office/officeart/2005/8/layout/vList2"/>
    <dgm:cxn modelId="{B08B5BAE-CDC5-4385-B342-EEA285FAE2CE}" type="presOf" srcId="{FC374CE5-D660-405E-8FF0-5FD2572EEE32}" destId="{AEE1F02A-5397-4E3B-9B9C-6B85654C4193}" srcOrd="0" destOrd="0" presId="urn:microsoft.com/office/officeart/2005/8/layout/vList2"/>
    <dgm:cxn modelId="{2F8F57B5-447E-4256-88B2-70EB3ED7EDB6}" srcId="{FC374CE5-D660-405E-8FF0-5FD2572EEE32}" destId="{0A546B68-5654-46D8-8F2B-538ACE417C8E}" srcOrd="0" destOrd="0" parTransId="{6D2E6D0C-97FA-470A-9E2E-CA42427D4AE7}" sibTransId="{96183682-5715-412D-A036-B80CDDBC3BC9}"/>
    <dgm:cxn modelId="{F54854EA-2795-4D4C-8336-16DF044A55DA}" type="presOf" srcId="{6F9F6E85-7F95-4ACE-89B0-FF8ABEDB3200}" destId="{0157AAEB-FAE2-4D27-8A96-2761D87A81BD}" srcOrd="0" destOrd="0" presId="urn:microsoft.com/office/officeart/2005/8/layout/vList2"/>
    <dgm:cxn modelId="{CE7EA9F5-E7D7-4E17-B08B-2A9031126791}" type="presOf" srcId="{A3EBE37F-C0EC-465A-8F5A-869541694DB8}" destId="{432B190E-1807-4C55-ACE4-24FF65557962}" srcOrd="0" destOrd="0" presId="urn:microsoft.com/office/officeart/2005/8/layout/vList2"/>
    <dgm:cxn modelId="{8CED5FFD-ED50-4386-BD02-51F7FBD7AAE1}" type="presParOf" srcId="{AEE1F02A-5397-4E3B-9B9C-6B85654C4193}" destId="{8869CA6E-2A4D-420A-9922-7A98A66E8FF2}" srcOrd="0" destOrd="0" presId="urn:microsoft.com/office/officeart/2005/8/layout/vList2"/>
    <dgm:cxn modelId="{0B4CBA3C-C8CE-43D3-9E76-19742414863F}" type="presParOf" srcId="{AEE1F02A-5397-4E3B-9B9C-6B85654C4193}" destId="{66C75E06-0D77-4437-98C3-1D88B52C343E}" srcOrd="1" destOrd="0" presId="urn:microsoft.com/office/officeart/2005/8/layout/vList2"/>
    <dgm:cxn modelId="{26935F4C-1C0A-4AC4-8CC0-D74922E4CC25}" type="presParOf" srcId="{AEE1F02A-5397-4E3B-9B9C-6B85654C4193}" destId="{432B190E-1807-4C55-ACE4-24FF65557962}" srcOrd="2" destOrd="0" presId="urn:microsoft.com/office/officeart/2005/8/layout/vList2"/>
    <dgm:cxn modelId="{B75BBEF5-0E87-4058-B4E9-32B0F4B5B7AD}" type="presParOf" srcId="{AEE1F02A-5397-4E3B-9B9C-6B85654C4193}" destId="{8905649C-3EBC-4C2C-A1CA-77F022FD50B7}" srcOrd="3" destOrd="0" presId="urn:microsoft.com/office/officeart/2005/8/layout/vList2"/>
    <dgm:cxn modelId="{1388C947-3A65-4198-AC1E-8C4A65E703AA}" type="presParOf" srcId="{AEE1F02A-5397-4E3B-9B9C-6B85654C4193}" destId="{0157AAEB-FAE2-4D27-8A96-2761D87A81BD}" srcOrd="4" destOrd="0" presId="urn:microsoft.com/office/officeart/2005/8/layout/vList2"/>
    <dgm:cxn modelId="{F36C28EA-364F-4715-9EE9-E0AD293D3484}" type="presParOf" srcId="{AEE1F02A-5397-4E3B-9B9C-6B85654C4193}" destId="{F55296A2-79CC-41B2-8E69-426027F127F3}" srcOrd="5" destOrd="0" presId="urn:microsoft.com/office/officeart/2005/8/layout/vList2"/>
    <dgm:cxn modelId="{F1BAA59C-3B1E-4FB0-AF32-02B2136391CB}" type="presParOf" srcId="{AEE1F02A-5397-4E3B-9B9C-6B85654C4193}" destId="{CDD5DE7A-42DF-4F28-8CB2-7A1140972A2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A9E12BB-24FD-4DCA-A8DC-BE931083FCFB}"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B40A06B-90FF-4471-91CF-7AAB52744211}">
      <dgm:prSet/>
      <dgm:spPr/>
      <dgm:t>
        <a:bodyPr/>
        <a:lstStyle/>
        <a:p>
          <a:pPr>
            <a:defRPr b="1"/>
          </a:pPr>
          <a:r>
            <a:rPr lang="en-GB"/>
            <a:t>User Story : Data Storage</a:t>
          </a:r>
          <a:endParaRPr lang="en-US"/>
        </a:p>
      </dgm:t>
    </dgm:pt>
    <dgm:pt modelId="{CADF3F08-D8BD-488C-BC77-4D1C2CB69325}" type="parTrans" cxnId="{82D49E43-DB9B-49A7-9906-99D10DD34DD9}">
      <dgm:prSet/>
      <dgm:spPr/>
      <dgm:t>
        <a:bodyPr/>
        <a:lstStyle/>
        <a:p>
          <a:endParaRPr lang="en-US"/>
        </a:p>
      </dgm:t>
    </dgm:pt>
    <dgm:pt modelId="{BC54C071-E927-4F1D-9104-D9F1B7038D4E}" type="sibTrans" cxnId="{82D49E43-DB9B-49A7-9906-99D10DD34DD9}">
      <dgm:prSet/>
      <dgm:spPr/>
      <dgm:t>
        <a:bodyPr/>
        <a:lstStyle/>
        <a:p>
          <a:endParaRPr lang="en-US"/>
        </a:p>
      </dgm:t>
    </dgm:pt>
    <dgm:pt modelId="{861EA4DA-A5CD-4CE3-A3AE-D6702B60CBDB}">
      <dgm:prSet/>
      <dgm:spPr/>
      <dgm:t>
        <a:bodyPr/>
        <a:lstStyle/>
        <a:p>
          <a:r>
            <a:rPr lang="en-GB"/>
            <a:t>Cloud Database Configuration</a:t>
          </a:r>
          <a:endParaRPr lang="en-US"/>
        </a:p>
      </dgm:t>
    </dgm:pt>
    <dgm:pt modelId="{D2046DF0-0E3C-4CEC-A04F-F964F4B5034B}" type="parTrans" cxnId="{9D653EA3-0037-4BBB-8056-6F749E1AD0A2}">
      <dgm:prSet/>
      <dgm:spPr/>
      <dgm:t>
        <a:bodyPr/>
        <a:lstStyle/>
        <a:p>
          <a:endParaRPr lang="en-US"/>
        </a:p>
      </dgm:t>
    </dgm:pt>
    <dgm:pt modelId="{4F22E034-81FA-4866-91B6-C06E52B93067}" type="sibTrans" cxnId="{9D653EA3-0037-4BBB-8056-6F749E1AD0A2}">
      <dgm:prSet/>
      <dgm:spPr/>
      <dgm:t>
        <a:bodyPr/>
        <a:lstStyle/>
        <a:p>
          <a:endParaRPr lang="en-US"/>
        </a:p>
      </dgm:t>
    </dgm:pt>
    <dgm:pt modelId="{5E522243-14D3-4590-84BF-70C067CC7BD3}">
      <dgm:prSet/>
      <dgm:spPr/>
      <dgm:t>
        <a:bodyPr/>
        <a:lstStyle/>
        <a:p>
          <a:pPr>
            <a:defRPr b="1"/>
          </a:pPr>
          <a:r>
            <a:rPr lang="en-GB"/>
            <a:t>User Story : Sensor Data Capturing</a:t>
          </a:r>
          <a:endParaRPr lang="en-US"/>
        </a:p>
      </dgm:t>
    </dgm:pt>
    <dgm:pt modelId="{FAA900CC-9769-490A-9663-FFDEA029A4F1}" type="parTrans" cxnId="{B6DA4521-C898-4779-9156-74CF7BA39EDD}">
      <dgm:prSet/>
      <dgm:spPr/>
      <dgm:t>
        <a:bodyPr/>
        <a:lstStyle/>
        <a:p>
          <a:endParaRPr lang="en-US"/>
        </a:p>
      </dgm:t>
    </dgm:pt>
    <dgm:pt modelId="{5EB0E429-CA22-49C6-BA6D-1CB67A76B381}" type="sibTrans" cxnId="{B6DA4521-C898-4779-9156-74CF7BA39EDD}">
      <dgm:prSet/>
      <dgm:spPr/>
      <dgm:t>
        <a:bodyPr/>
        <a:lstStyle/>
        <a:p>
          <a:endParaRPr lang="en-US"/>
        </a:p>
      </dgm:t>
    </dgm:pt>
    <dgm:pt modelId="{1277465C-5896-4A27-97BA-7DAFAC7EBFCF}" type="pres">
      <dgm:prSet presAssocID="{9A9E12BB-24FD-4DCA-A8DC-BE931083FCFB}" presName="root" presStyleCnt="0">
        <dgm:presLayoutVars>
          <dgm:dir/>
          <dgm:resizeHandles val="exact"/>
        </dgm:presLayoutVars>
      </dgm:prSet>
      <dgm:spPr/>
    </dgm:pt>
    <dgm:pt modelId="{72B23AAE-AE0A-433F-B07A-0EDFF1A94740}" type="pres">
      <dgm:prSet presAssocID="{6B40A06B-90FF-4471-91CF-7AAB52744211}" presName="compNode" presStyleCnt="0"/>
      <dgm:spPr/>
    </dgm:pt>
    <dgm:pt modelId="{BF9C59F8-F1D1-451F-AB6F-6024776D5AB1}" type="pres">
      <dgm:prSet presAssocID="{6B40A06B-90FF-4471-91CF-7AAB5274421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7D8C6129-0E9B-4B47-B00A-6866BF7CDF66}" type="pres">
      <dgm:prSet presAssocID="{6B40A06B-90FF-4471-91CF-7AAB52744211}" presName="iconSpace" presStyleCnt="0"/>
      <dgm:spPr/>
    </dgm:pt>
    <dgm:pt modelId="{4BA6AED5-2403-40EB-9FE8-CE2DCE2A675D}" type="pres">
      <dgm:prSet presAssocID="{6B40A06B-90FF-4471-91CF-7AAB52744211}" presName="parTx" presStyleLbl="revTx" presStyleIdx="0" presStyleCnt="4">
        <dgm:presLayoutVars>
          <dgm:chMax val="0"/>
          <dgm:chPref val="0"/>
        </dgm:presLayoutVars>
      </dgm:prSet>
      <dgm:spPr/>
    </dgm:pt>
    <dgm:pt modelId="{804975B8-07CA-4554-B553-3B358E00E8CA}" type="pres">
      <dgm:prSet presAssocID="{6B40A06B-90FF-4471-91CF-7AAB52744211}" presName="txSpace" presStyleCnt="0"/>
      <dgm:spPr/>
    </dgm:pt>
    <dgm:pt modelId="{7DE477C4-E92F-4F75-82FA-4777E6646BA3}" type="pres">
      <dgm:prSet presAssocID="{6B40A06B-90FF-4471-91CF-7AAB52744211}" presName="desTx" presStyleLbl="revTx" presStyleIdx="1" presStyleCnt="4">
        <dgm:presLayoutVars/>
      </dgm:prSet>
      <dgm:spPr/>
    </dgm:pt>
    <dgm:pt modelId="{5F48E5C5-1639-4313-BE22-95509DC54010}" type="pres">
      <dgm:prSet presAssocID="{BC54C071-E927-4F1D-9104-D9F1B7038D4E}" presName="sibTrans" presStyleCnt="0"/>
      <dgm:spPr/>
    </dgm:pt>
    <dgm:pt modelId="{AE6FEDCB-4446-45FE-AC53-6D2E8E50BD0B}" type="pres">
      <dgm:prSet presAssocID="{5E522243-14D3-4590-84BF-70C067CC7BD3}" presName="compNode" presStyleCnt="0"/>
      <dgm:spPr/>
    </dgm:pt>
    <dgm:pt modelId="{FDC117AD-0F58-4A71-9538-16EA72703BB4}" type="pres">
      <dgm:prSet presAssocID="{5E522243-14D3-4590-84BF-70C067CC7BD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era"/>
        </a:ext>
      </dgm:extLst>
    </dgm:pt>
    <dgm:pt modelId="{9DE424CD-3FDA-4097-A6E4-8F434786CEF7}" type="pres">
      <dgm:prSet presAssocID="{5E522243-14D3-4590-84BF-70C067CC7BD3}" presName="iconSpace" presStyleCnt="0"/>
      <dgm:spPr/>
    </dgm:pt>
    <dgm:pt modelId="{5959FD68-7511-4259-91ED-E8AD77884309}" type="pres">
      <dgm:prSet presAssocID="{5E522243-14D3-4590-84BF-70C067CC7BD3}" presName="parTx" presStyleLbl="revTx" presStyleIdx="2" presStyleCnt="4">
        <dgm:presLayoutVars>
          <dgm:chMax val="0"/>
          <dgm:chPref val="0"/>
        </dgm:presLayoutVars>
      </dgm:prSet>
      <dgm:spPr/>
    </dgm:pt>
    <dgm:pt modelId="{D9512630-96AC-48DC-82B9-9F787D765F13}" type="pres">
      <dgm:prSet presAssocID="{5E522243-14D3-4590-84BF-70C067CC7BD3}" presName="txSpace" presStyleCnt="0"/>
      <dgm:spPr/>
    </dgm:pt>
    <dgm:pt modelId="{EA7FBD80-DADB-4DC4-AE2E-2050187AD35C}" type="pres">
      <dgm:prSet presAssocID="{5E522243-14D3-4590-84BF-70C067CC7BD3}" presName="desTx" presStyleLbl="revTx" presStyleIdx="3" presStyleCnt="4">
        <dgm:presLayoutVars/>
      </dgm:prSet>
      <dgm:spPr/>
    </dgm:pt>
  </dgm:ptLst>
  <dgm:cxnLst>
    <dgm:cxn modelId="{2A6E700D-309E-4445-BED9-E439180F01AD}" type="presOf" srcId="{5E522243-14D3-4590-84BF-70C067CC7BD3}" destId="{5959FD68-7511-4259-91ED-E8AD77884309}" srcOrd="0" destOrd="0" presId="urn:microsoft.com/office/officeart/2018/5/layout/CenteredIconLabelDescriptionList"/>
    <dgm:cxn modelId="{0DB29B19-2F6C-4245-991D-15E052B6B28E}" type="presOf" srcId="{861EA4DA-A5CD-4CE3-A3AE-D6702B60CBDB}" destId="{7DE477C4-E92F-4F75-82FA-4777E6646BA3}" srcOrd="0" destOrd="0" presId="urn:microsoft.com/office/officeart/2018/5/layout/CenteredIconLabelDescriptionList"/>
    <dgm:cxn modelId="{B6DA4521-C898-4779-9156-74CF7BA39EDD}" srcId="{9A9E12BB-24FD-4DCA-A8DC-BE931083FCFB}" destId="{5E522243-14D3-4590-84BF-70C067CC7BD3}" srcOrd="1" destOrd="0" parTransId="{FAA900CC-9769-490A-9663-FFDEA029A4F1}" sibTransId="{5EB0E429-CA22-49C6-BA6D-1CB67A76B381}"/>
    <dgm:cxn modelId="{82D49E43-DB9B-49A7-9906-99D10DD34DD9}" srcId="{9A9E12BB-24FD-4DCA-A8DC-BE931083FCFB}" destId="{6B40A06B-90FF-4471-91CF-7AAB52744211}" srcOrd="0" destOrd="0" parTransId="{CADF3F08-D8BD-488C-BC77-4D1C2CB69325}" sibTransId="{BC54C071-E927-4F1D-9104-D9F1B7038D4E}"/>
    <dgm:cxn modelId="{FF6B8258-75C0-4325-AB89-BD5F57C3D2B7}" type="presOf" srcId="{9A9E12BB-24FD-4DCA-A8DC-BE931083FCFB}" destId="{1277465C-5896-4A27-97BA-7DAFAC7EBFCF}" srcOrd="0" destOrd="0" presId="urn:microsoft.com/office/officeart/2018/5/layout/CenteredIconLabelDescriptionList"/>
    <dgm:cxn modelId="{9D653EA3-0037-4BBB-8056-6F749E1AD0A2}" srcId="{6B40A06B-90FF-4471-91CF-7AAB52744211}" destId="{861EA4DA-A5CD-4CE3-A3AE-D6702B60CBDB}" srcOrd="0" destOrd="0" parTransId="{D2046DF0-0E3C-4CEC-A04F-F964F4B5034B}" sibTransId="{4F22E034-81FA-4866-91B6-C06E52B93067}"/>
    <dgm:cxn modelId="{49268CB2-5625-49DB-AE76-0CF745CB3B20}" type="presOf" srcId="{6B40A06B-90FF-4471-91CF-7AAB52744211}" destId="{4BA6AED5-2403-40EB-9FE8-CE2DCE2A675D}" srcOrd="0" destOrd="0" presId="urn:microsoft.com/office/officeart/2018/5/layout/CenteredIconLabelDescriptionList"/>
    <dgm:cxn modelId="{52344B8C-F645-43CE-A0E1-5D9C5B941AC2}" type="presParOf" srcId="{1277465C-5896-4A27-97BA-7DAFAC7EBFCF}" destId="{72B23AAE-AE0A-433F-B07A-0EDFF1A94740}" srcOrd="0" destOrd="0" presId="urn:microsoft.com/office/officeart/2018/5/layout/CenteredIconLabelDescriptionList"/>
    <dgm:cxn modelId="{F2FA1780-15EC-468B-A54F-CA0DEB360CC2}" type="presParOf" srcId="{72B23AAE-AE0A-433F-B07A-0EDFF1A94740}" destId="{BF9C59F8-F1D1-451F-AB6F-6024776D5AB1}" srcOrd="0" destOrd="0" presId="urn:microsoft.com/office/officeart/2018/5/layout/CenteredIconLabelDescriptionList"/>
    <dgm:cxn modelId="{4D94831A-73E7-4711-ACE8-5AE2ED85C7D7}" type="presParOf" srcId="{72B23AAE-AE0A-433F-B07A-0EDFF1A94740}" destId="{7D8C6129-0E9B-4B47-B00A-6866BF7CDF66}" srcOrd="1" destOrd="0" presId="urn:microsoft.com/office/officeart/2018/5/layout/CenteredIconLabelDescriptionList"/>
    <dgm:cxn modelId="{C6D7C02F-B255-4E02-A25B-DCBE01291361}" type="presParOf" srcId="{72B23AAE-AE0A-433F-B07A-0EDFF1A94740}" destId="{4BA6AED5-2403-40EB-9FE8-CE2DCE2A675D}" srcOrd="2" destOrd="0" presId="urn:microsoft.com/office/officeart/2018/5/layout/CenteredIconLabelDescriptionList"/>
    <dgm:cxn modelId="{54C6EDB8-8E36-4359-BC89-5757A4A0B692}" type="presParOf" srcId="{72B23AAE-AE0A-433F-B07A-0EDFF1A94740}" destId="{804975B8-07CA-4554-B553-3B358E00E8CA}" srcOrd="3" destOrd="0" presId="urn:microsoft.com/office/officeart/2018/5/layout/CenteredIconLabelDescriptionList"/>
    <dgm:cxn modelId="{EE40C7BE-18B1-4FA6-85BA-67D4BC6BDA40}" type="presParOf" srcId="{72B23AAE-AE0A-433F-B07A-0EDFF1A94740}" destId="{7DE477C4-E92F-4F75-82FA-4777E6646BA3}" srcOrd="4" destOrd="0" presId="urn:microsoft.com/office/officeart/2018/5/layout/CenteredIconLabelDescriptionList"/>
    <dgm:cxn modelId="{1ECA0AE0-A644-44B4-916D-C348668B98B4}" type="presParOf" srcId="{1277465C-5896-4A27-97BA-7DAFAC7EBFCF}" destId="{5F48E5C5-1639-4313-BE22-95509DC54010}" srcOrd="1" destOrd="0" presId="urn:microsoft.com/office/officeart/2018/5/layout/CenteredIconLabelDescriptionList"/>
    <dgm:cxn modelId="{CF98D96B-37D4-4F5F-997D-B40693318E33}" type="presParOf" srcId="{1277465C-5896-4A27-97BA-7DAFAC7EBFCF}" destId="{AE6FEDCB-4446-45FE-AC53-6D2E8E50BD0B}" srcOrd="2" destOrd="0" presId="urn:microsoft.com/office/officeart/2018/5/layout/CenteredIconLabelDescriptionList"/>
    <dgm:cxn modelId="{075AF94B-F9F4-4832-B061-4A1EFEFA7B01}" type="presParOf" srcId="{AE6FEDCB-4446-45FE-AC53-6D2E8E50BD0B}" destId="{FDC117AD-0F58-4A71-9538-16EA72703BB4}" srcOrd="0" destOrd="0" presId="urn:microsoft.com/office/officeart/2018/5/layout/CenteredIconLabelDescriptionList"/>
    <dgm:cxn modelId="{503BD592-BF84-453A-9E25-B1D16D56D11B}" type="presParOf" srcId="{AE6FEDCB-4446-45FE-AC53-6D2E8E50BD0B}" destId="{9DE424CD-3FDA-4097-A6E4-8F434786CEF7}" srcOrd="1" destOrd="0" presId="urn:microsoft.com/office/officeart/2018/5/layout/CenteredIconLabelDescriptionList"/>
    <dgm:cxn modelId="{CBC07DB9-D33E-4AE3-9521-EFF69E78A1C0}" type="presParOf" srcId="{AE6FEDCB-4446-45FE-AC53-6D2E8E50BD0B}" destId="{5959FD68-7511-4259-91ED-E8AD77884309}" srcOrd="2" destOrd="0" presId="urn:microsoft.com/office/officeart/2018/5/layout/CenteredIconLabelDescriptionList"/>
    <dgm:cxn modelId="{BCB65358-4B02-49E6-8F1A-9CC82E5B6011}" type="presParOf" srcId="{AE6FEDCB-4446-45FE-AC53-6D2E8E50BD0B}" destId="{D9512630-96AC-48DC-82B9-9F787D765F13}" srcOrd="3" destOrd="0" presId="urn:microsoft.com/office/officeart/2018/5/layout/CenteredIconLabelDescriptionList"/>
    <dgm:cxn modelId="{764610F6-1613-433E-999F-CCE4AAA71B1C}" type="presParOf" srcId="{AE6FEDCB-4446-45FE-AC53-6D2E8E50BD0B}" destId="{EA7FBD80-DADB-4DC4-AE2E-2050187AD35C}"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74118-E3F9-489E-B2F8-F45DD4943B5C}">
      <dsp:nvSpPr>
        <dsp:cNvPr id="0" name=""/>
        <dsp:cNvSpPr/>
      </dsp:nvSpPr>
      <dsp:spPr>
        <a:xfrm>
          <a:off x="602725" y="1196617"/>
          <a:ext cx="645257" cy="64525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3DF6A0-5F59-4904-8CEA-E31EB1308235}">
      <dsp:nvSpPr>
        <dsp:cNvPr id="0" name=""/>
        <dsp:cNvSpPr/>
      </dsp:nvSpPr>
      <dsp:spPr>
        <a:xfrm>
          <a:off x="3557" y="1926074"/>
          <a:ext cx="1843593" cy="276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b="1"/>
          </a:pPr>
          <a:r>
            <a:rPr lang="en-GB" sz="1900" kern="1200"/>
            <a:t>Sprint 1 Goals</a:t>
          </a:r>
          <a:endParaRPr lang="en-US" sz="1900" kern="1200"/>
        </a:p>
      </dsp:txBody>
      <dsp:txXfrm>
        <a:off x="3557" y="1926074"/>
        <a:ext cx="1843593" cy="276539"/>
      </dsp:txXfrm>
    </dsp:sp>
    <dsp:sp modelId="{75B540D8-3437-4C87-915A-0FBF4A374DE8}">
      <dsp:nvSpPr>
        <dsp:cNvPr id="0" name=""/>
        <dsp:cNvSpPr/>
      </dsp:nvSpPr>
      <dsp:spPr>
        <a:xfrm>
          <a:off x="3557" y="2241775"/>
          <a:ext cx="1843593" cy="912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GB" sz="1400" kern="1200"/>
            <a:t>Git</a:t>
          </a:r>
          <a:endParaRPr lang="en-US" sz="1400" kern="1200"/>
        </a:p>
      </dsp:txBody>
      <dsp:txXfrm>
        <a:off x="3557" y="2241775"/>
        <a:ext cx="1843593" cy="912944"/>
      </dsp:txXfrm>
    </dsp:sp>
    <dsp:sp modelId="{6ED6178A-23D8-4125-BF9B-39EAF1A543DE}">
      <dsp:nvSpPr>
        <dsp:cNvPr id="0" name=""/>
        <dsp:cNvSpPr/>
      </dsp:nvSpPr>
      <dsp:spPr>
        <a:xfrm>
          <a:off x="2768948" y="1196617"/>
          <a:ext cx="645257" cy="64525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6365B8-1B62-4B52-A720-F8332083B8D6}">
      <dsp:nvSpPr>
        <dsp:cNvPr id="0" name=""/>
        <dsp:cNvSpPr/>
      </dsp:nvSpPr>
      <dsp:spPr>
        <a:xfrm>
          <a:off x="2169780" y="1926074"/>
          <a:ext cx="1843593" cy="276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b="1"/>
          </a:pPr>
          <a:r>
            <a:rPr lang="en-GB" sz="1900" kern="1200"/>
            <a:t>Project Plan</a:t>
          </a:r>
          <a:endParaRPr lang="en-US" sz="1900" kern="1200"/>
        </a:p>
      </dsp:txBody>
      <dsp:txXfrm>
        <a:off x="2169780" y="1926074"/>
        <a:ext cx="1843593" cy="276539"/>
      </dsp:txXfrm>
    </dsp:sp>
    <dsp:sp modelId="{713F8F93-FA7A-418C-B348-0605631828EA}">
      <dsp:nvSpPr>
        <dsp:cNvPr id="0" name=""/>
        <dsp:cNvSpPr/>
      </dsp:nvSpPr>
      <dsp:spPr>
        <a:xfrm>
          <a:off x="2169780" y="2241775"/>
          <a:ext cx="1843593" cy="912944"/>
        </a:xfrm>
        <a:prstGeom prst="rect">
          <a:avLst/>
        </a:prstGeom>
        <a:noFill/>
        <a:ln>
          <a:noFill/>
        </a:ln>
        <a:effectLst/>
      </dsp:spPr>
      <dsp:style>
        <a:lnRef idx="0">
          <a:scrgbClr r="0" g="0" b="0"/>
        </a:lnRef>
        <a:fillRef idx="0">
          <a:scrgbClr r="0" g="0" b="0"/>
        </a:fillRef>
        <a:effectRef idx="0">
          <a:scrgbClr r="0" g="0" b="0"/>
        </a:effectRef>
        <a:fontRef idx="minor"/>
      </dsp:style>
    </dsp:sp>
    <dsp:sp modelId="{316F87A7-0E3D-4DC9-A894-C0D637DE7404}">
      <dsp:nvSpPr>
        <dsp:cNvPr id="0" name=""/>
        <dsp:cNvSpPr/>
      </dsp:nvSpPr>
      <dsp:spPr>
        <a:xfrm>
          <a:off x="4935171" y="1196617"/>
          <a:ext cx="645257" cy="64525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675032-9E4C-4772-BD31-E04F8965E0F9}">
      <dsp:nvSpPr>
        <dsp:cNvPr id="0" name=""/>
        <dsp:cNvSpPr/>
      </dsp:nvSpPr>
      <dsp:spPr>
        <a:xfrm>
          <a:off x="4336003" y="1926074"/>
          <a:ext cx="1843593" cy="276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b="1"/>
          </a:pPr>
          <a:r>
            <a:rPr lang="en-GB" sz="1900" kern="1200"/>
            <a:t>Algorithms</a:t>
          </a:r>
          <a:endParaRPr lang="en-US" sz="1900" kern="1200"/>
        </a:p>
      </dsp:txBody>
      <dsp:txXfrm>
        <a:off x="4336003" y="1926074"/>
        <a:ext cx="1843593" cy="276539"/>
      </dsp:txXfrm>
    </dsp:sp>
    <dsp:sp modelId="{21B40F42-5CF7-4C63-8B25-DF536BFA3F62}">
      <dsp:nvSpPr>
        <dsp:cNvPr id="0" name=""/>
        <dsp:cNvSpPr/>
      </dsp:nvSpPr>
      <dsp:spPr>
        <a:xfrm>
          <a:off x="4336003" y="2241775"/>
          <a:ext cx="1843593" cy="912944"/>
        </a:xfrm>
        <a:prstGeom prst="rect">
          <a:avLst/>
        </a:prstGeom>
        <a:noFill/>
        <a:ln>
          <a:noFill/>
        </a:ln>
        <a:effectLst/>
      </dsp:spPr>
      <dsp:style>
        <a:lnRef idx="0">
          <a:scrgbClr r="0" g="0" b="0"/>
        </a:lnRef>
        <a:fillRef idx="0">
          <a:scrgbClr r="0" g="0" b="0"/>
        </a:fillRef>
        <a:effectRef idx="0">
          <a:scrgbClr r="0" g="0" b="0"/>
        </a:effectRef>
        <a:fontRef idx="minor"/>
      </dsp:style>
    </dsp:sp>
    <dsp:sp modelId="{1D46E6E4-FAA1-4E3D-B7A3-B0026786CEAF}">
      <dsp:nvSpPr>
        <dsp:cNvPr id="0" name=""/>
        <dsp:cNvSpPr/>
      </dsp:nvSpPr>
      <dsp:spPr>
        <a:xfrm>
          <a:off x="7101393" y="1196617"/>
          <a:ext cx="645257" cy="64525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0C39C9B-26DD-466F-84AB-BA98DB718881}">
      <dsp:nvSpPr>
        <dsp:cNvPr id="0" name=""/>
        <dsp:cNvSpPr/>
      </dsp:nvSpPr>
      <dsp:spPr>
        <a:xfrm>
          <a:off x="6502225" y="1926074"/>
          <a:ext cx="1843593" cy="276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b="1"/>
          </a:pPr>
          <a:r>
            <a:rPr lang="en-GB" sz="1900" kern="1200"/>
            <a:t>Database</a:t>
          </a:r>
          <a:endParaRPr lang="en-US" sz="1900" kern="1200"/>
        </a:p>
      </dsp:txBody>
      <dsp:txXfrm>
        <a:off x="6502225" y="1926074"/>
        <a:ext cx="1843593" cy="276539"/>
      </dsp:txXfrm>
    </dsp:sp>
    <dsp:sp modelId="{22A0C6A0-25E2-4A00-82D9-CC33922ABC11}">
      <dsp:nvSpPr>
        <dsp:cNvPr id="0" name=""/>
        <dsp:cNvSpPr/>
      </dsp:nvSpPr>
      <dsp:spPr>
        <a:xfrm>
          <a:off x="6502225" y="2241775"/>
          <a:ext cx="1843593" cy="912944"/>
        </a:xfrm>
        <a:prstGeom prst="rect">
          <a:avLst/>
        </a:prstGeom>
        <a:noFill/>
        <a:ln>
          <a:noFill/>
        </a:ln>
        <a:effectLst/>
      </dsp:spPr>
      <dsp:style>
        <a:lnRef idx="0">
          <a:scrgbClr r="0" g="0" b="0"/>
        </a:lnRef>
        <a:fillRef idx="0">
          <a:scrgbClr r="0" g="0" b="0"/>
        </a:fillRef>
        <a:effectRef idx="0">
          <a:scrgbClr r="0" g="0" b="0"/>
        </a:effectRef>
        <a:fontRef idx="minor"/>
      </dsp:style>
    </dsp:sp>
    <dsp:sp modelId="{E51AEFA1-210A-400E-ADBF-0537E861B16B}">
      <dsp:nvSpPr>
        <dsp:cNvPr id="0" name=""/>
        <dsp:cNvSpPr/>
      </dsp:nvSpPr>
      <dsp:spPr>
        <a:xfrm>
          <a:off x="9267616" y="1196617"/>
          <a:ext cx="645257" cy="64525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150D8D-3618-4AFB-9AAF-F47851C5A112}">
      <dsp:nvSpPr>
        <dsp:cNvPr id="0" name=""/>
        <dsp:cNvSpPr/>
      </dsp:nvSpPr>
      <dsp:spPr>
        <a:xfrm>
          <a:off x="8668448" y="1926074"/>
          <a:ext cx="1843593" cy="2765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b="1"/>
          </a:pPr>
          <a:r>
            <a:rPr lang="en-GB" sz="1900" kern="1200"/>
            <a:t>Sprint 2 Goals</a:t>
          </a:r>
          <a:endParaRPr lang="en-US" sz="1900" kern="1200"/>
        </a:p>
      </dsp:txBody>
      <dsp:txXfrm>
        <a:off x="8668448" y="1926074"/>
        <a:ext cx="1843593" cy="276539"/>
      </dsp:txXfrm>
    </dsp:sp>
    <dsp:sp modelId="{A66A01D9-FB6C-4C28-9A49-3F7B77BE07CE}">
      <dsp:nvSpPr>
        <dsp:cNvPr id="0" name=""/>
        <dsp:cNvSpPr/>
      </dsp:nvSpPr>
      <dsp:spPr>
        <a:xfrm>
          <a:off x="8668448" y="2241775"/>
          <a:ext cx="1843593" cy="912944"/>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9CA6E-2A4D-420A-9922-7A98A66E8FF2}">
      <dsp:nvSpPr>
        <dsp:cNvPr id="0" name=""/>
        <dsp:cNvSpPr/>
      </dsp:nvSpPr>
      <dsp:spPr>
        <a:xfrm>
          <a:off x="0" y="31779"/>
          <a:ext cx="10515600" cy="98338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a:t>Project Plan</a:t>
          </a:r>
          <a:endParaRPr lang="en-US" sz="4100" kern="1200"/>
        </a:p>
      </dsp:txBody>
      <dsp:txXfrm>
        <a:off x="48005" y="79784"/>
        <a:ext cx="10419590" cy="887374"/>
      </dsp:txXfrm>
    </dsp:sp>
    <dsp:sp modelId="{432B190E-1807-4C55-ACE4-24FF65557962}">
      <dsp:nvSpPr>
        <dsp:cNvPr id="0" name=""/>
        <dsp:cNvSpPr/>
      </dsp:nvSpPr>
      <dsp:spPr>
        <a:xfrm>
          <a:off x="0" y="1133244"/>
          <a:ext cx="10515600" cy="983384"/>
        </a:xfrm>
        <a:prstGeom prst="roundRect">
          <a:avLst/>
        </a:prstGeom>
        <a:solidFill>
          <a:schemeClr val="accent2">
            <a:hueOff val="-485121"/>
            <a:satOff val="-27976"/>
            <a:lumOff val="28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a:t>US : Data Storage</a:t>
          </a:r>
          <a:endParaRPr lang="en-US" sz="4100" kern="1200"/>
        </a:p>
      </dsp:txBody>
      <dsp:txXfrm>
        <a:off x="48005" y="1181249"/>
        <a:ext cx="10419590" cy="887374"/>
      </dsp:txXfrm>
    </dsp:sp>
    <dsp:sp modelId="{0157AAEB-FAE2-4D27-8A96-2761D87A81BD}">
      <dsp:nvSpPr>
        <dsp:cNvPr id="0" name=""/>
        <dsp:cNvSpPr/>
      </dsp:nvSpPr>
      <dsp:spPr>
        <a:xfrm>
          <a:off x="0" y="2234709"/>
          <a:ext cx="10515600" cy="983384"/>
        </a:xfrm>
        <a:prstGeom prst="roundRect">
          <a:avLst/>
        </a:prstGeom>
        <a:solidFill>
          <a:schemeClr val="accent2">
            <a:hueOff val="-970242"/>
            <a:satOff val="-55952"/>
            <a:lumOff val="57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a:t>US : Containered Database</a:t>
          </a:r>
          <a:endParaRPr lang="en-US" sz="4100" kern="1200"/>
        </a:p>
      </dsp:txBody>
      <dsp:txXfrm>
        <a:off x="48005" y="2282714"/>
        <a:ext cx="10419590" cy="887374"/>
      </dsp:txXfrm>
    </dsp:sp>
    <dsp:sp modelId="{CDD5DE7A-42DF-4F28-8CB2-7A1140972A27}">
      <dsp:nvSpPr>
        <dsp:cNvPr id="0" name=""/>
        <dsp:cNvSpPr/>
      </dsp:nvSpPr>
      <dsp:spPr>
        <a:xfrm>
          <a:off x="0" y="3336174"/>
          <a:ext cx="10515600" cy="983384"/>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GB" sz="4100" kern="1200"/>
            <a:t>US : Musical Algorithms</a:t>
          </a:r>
          <a:endParaRPr lang="en-US" sz="4100" kern="1200"/>
        </a:p>
      </dsp:txBody>
      <dsp:txXfrm>
        <a:off x="48005" y="3384179"/>
        <a:ext cx="10419590" cy="8873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9C59F8-F1D1-451F-AB6F-6024776D5AB1}">
      <dsp:nvSpPr>
        <dsp:cNvPr id="0" name=""/>
        <dsp:cNvSpPr/>
      </dsp:nvSpPr>
      <dsp:spPr>
        <a:xfrm>
          <a:off x="1963800" y="848595"/>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A6AED5-2403-40EB-9FE8-CE2DCE2A675D}">
      <dsp:nvSpPr>
        <dsp:cNvPr id="0" name=""/>
        <dsp:cNvSpPr/>
      </dsp:nvSpPr>
      <dsp:spPr>
        <a:xfrm>
          <a:off x="559800" y="247472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GB" sz="2300" kern="1200"/>
            <a:t>User Story : Data Storage</a:t>
          </a:r>
          <a:endParaRPr lang="en-US" sz="2300" kern="1200"/>
        </a:p>
      </dsp:txBody>
      <dsp:txXfrm>
        <a:off x="559800" y="2474724"/>
        <a:ext cx="4320000" cy="648000"/>
      </dsp:txXfrm>
    </dsp:sp>
    <dsp:sp modelId="{7DE477C4-E92F-4F75-82FA-4777E6646BA3}">
      <dsp:nvSpPr>
        <dsp:cNvPr id="0" name=""/>
        <dsp:cNvSpPr/>
      </dsp:nvSpPr>
      <dsp:spPr>
        <a:xfrm>
          <a:off x="559800" y="3175807"/>
          <a:ext cx="4320000" cy="3269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a:t>Cloud Database Configuration</a:t>
          </a:r>
          <a:endParaRPr lang="en-US" sz="1800" kern="1200"/>
        </a:p>
      </dsp:txBody>
      <dsp:txXfrm>
        <a:off x="559800" y="3175807"/>
        <a:ext cx="4320000" cy="326934"/>
      </dsp:txXfrm>
    </dsp:sp>
    <dsp:sp modelId="{FDC117AD-0F58-4A71-9538-16EA72703BB4}">
      <dsp:nvSpPr>
        <dsp:cNvPr id="0" name=""/>
        <dsp:cNvSpPr/>
      </dsp:nvSpPr>
      <dsp:spPr>
        <a:xfrm>
          <a:off x="7039800" y="848595"/>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59FD68-7511-4259-91ED-E8AD77884309}">
      <dsp:nvSpPr>
        <dsp:cNvPr id="0" name=""/>
        <dsp:cNvSpPr/>
      </dsp:nvSpPr>
      <dsp:spPr>
        <a:xfrm>
          <a:off x="5635800" y="2474724"/>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90000"/>
            </a:lnSpc>
            <a:spcBef>
              <a:spcPct val="0"/>
            </a:spcBef>
            <a:spcAft>
              <a:spcPct val="35000"/>
            </a:spcAft>
            <a:buNone/>
            <a:defRPr b="1"/>
          </a:pPr>
          <a:r>
            <a:rPr lang="en-GB" sz="2300" kern="1200"/>
            <a:t>User Story : Sensor Data Capturing</a:t>
          </a:r>
          <a:endParaRPr lang="en-US" sz="2300" kern="1200"/>
        </a:p>
      </dsp:txBody>
      <dsp:txXfrm>
        <a:off x="5635800" y="2474724"/>
        <a:ext cx="4320000" cy="648000"/>
      </dsp:txXfrm>
    </dsp:sp>
    <dsp:sp modelId="{EA7FBD80-DADB-4DC4-AE2E-2050187AD35C}">
      <dsp:nvSpPr>
        <dsp:cNvPr id="0" name=""/>
        <dsp:cNvSpPr/>
      </dsp:nvSpPr>
      <dsp:spPr>
        <a:xfrm>
          <a:off x="5635800" y="3175807"/>
          <a:ext cx="4320000" cy="326934"/>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B1AF-FF1C-B1A8-BEBF-48E2BE5B9BE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6E8385F-621C-998B-852F-C3875033EC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2B0F144-426A-30EB-887E-3214ECC28E16}"/>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BBC41268-977F-F452-871A-63078D2451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05B84DD-11E7-B8CD-1015-8F92EC3A7859}"/>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1770212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955F5-7712-7762-90EA-77B0803D189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CE2D950-4454-2533-E740-BCC980357B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E5BF949-1D15-C8B9-0B02-58B7D18DAC5C}"/>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F2E6B192-B71F-1809-5EE4-6D7E0CEBA5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D174FA-ACFA-3C11-2872-0F1361C459D6}"/>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919547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8DE07-0965-29FF-8B32-6855FA4763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7A279D7-D29C-11AC-425C-771FE5BE2C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E9C976-6732-F46E-1BFB-40D86937C667}"/>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DE348917-F7CD-C0AE-0539-7026DDE96B8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C3F7B40-D775-7B86-2A3F-0AF369B943FB}"/>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311145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7B666-E4AB-6553-A22A-F7C14FC0EED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EB8CF72-4373-51F8-8834-0099BC5F2E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78D3A2F-1AFA-2BE7-B0AF-2A1468E151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1BBCDFF-58DA-A022-BCAC-76E2E163C011}"/>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6" name="Footer Placeholder 5">
            <a:extLst>
              <a:ext uri="{FF2B5EF4-FFF2-40B4-BE49-F238E27FC236}">
                <a16:creationId xmlns:a16="http://schemas.microsoft.com/office/drawing/2014/main" id="{0F729C21-4448-501C-A708-9B778D79B0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71BDCBD-937E-35A2-547C-9C074D4E9C37}"/>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2547416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64E81-CC88-27D5-7769-DE920DAF9EE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CC10BA5-9568-EDD8-5D3F-8BFB8B8E3C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0A6790-4508-E0F9-033D-424418F806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BE3DF39-B795-BBEC-3BA4-DE3D33791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F6C1D4-2D3D-93D9-6CE1-88E1C65CE2B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A3CC1931-F83E-A2DC-324F-CE55F6BCC49F}"/>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8" name="Footer Placeholder 7">
            <a:extLst>
              <a:ext uri="{FF2B5EF4-FFF2-40B4-BE49-F238E27FC236}">
                <a16:creationId xmlns:a16="http://schemas.microsoft.com/office/drawing/2014/main" id="{9114736C-DA4E-379D-1A43-94C3901F52F7}"/>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EE161D9-D87C-AE92-36D8-DFF11851D2F9}"/>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2313248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C68FF-FF24-4F2A-3305-8DEC9ED9A5E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B438411-B7E2-C0E6-A45B-51D9F255CDAA}"/>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4" name="Footer Placeholder 3">
            <a:extLst>
              <a:ext uri="{FF2B5EF4-FFF2-40B4-BE49-F238E27FC236}">
                <a16:creationId xmlns:a16="http://schemas.microsoft.com/office/drawing/2014/main" id="{1A18FCBC-86FD-06A0-3B93-BE25CB058E4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0C92D92-524B-043C-3BD3-CAADFAEA8A17}"/>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3182939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CF60EA-9B82-2E51-FADB-7721562FEA50}"/>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3" name="Footer Placeholder 2">
            <a:extLst>
              <a:ext uri="{FF2B5EF4-FFF2-40B4-BE49-F238E27FC236}">
                <a16:creationId xmlns:a16="http://schemas.microsoft.com/office/drawing/2014/main" id="{5FF6DC0E-EE4F-7875-A182-DCBDE53C666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D8FDD08-5E01-058D-8180-2F245D939250}"/>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2845351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E7AE7-470C-D295-DCAD-51A1AF4DB9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2D9AF8-4B82-4FE2-357D-17EA713DEAF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3D71AC8-83D5-A19C-9503-EB6366181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0CF79E-4758-33F4-91F9-00309513D36B}"/>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6" name="Footer Placeholder 5">
            <a:extLst>
              <a:ext uri="{FF2B5EF4-FFF2-40B4-BE49-F238E27FC236}">
                <a16:creationId xmlns:a16="http://schemas.microsoft.com/office/drawing/2014/main" id="{D3B24AA5-AF28-EE7A-FFA2-50AD863915B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32890CE-3744-2144-6936-A51706F3C0BD}"/>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1305068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A9751-4B3E-3BA3-F5C8-D8CD7AC5D3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059763C-AD79-6968-A778-1DDC9BFD0F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56BEBF6-D8F0-3F39-F8DB-19F68FF58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C1DB5-81D1-58BF-F454-B31C79872C37}"/>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6" name="Footer Placeholder 5">
            <a:extLst>
              <a:ext uri="{FF2B5EF4-FFF2-40B4-BE49-F238E27FC236}">
                <a16:creationId xmlns:a16="http://schemas.microsoft.com/office/drawing/2014/main" id="{E81BFCC5-66F2-0700-B499-A23FF7A51D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007741D-A57F-6092-765D-E2B209D441CE}"/>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2849693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5C48-BFEA-4590-537A-2A94ADC8D49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0736C9B-621E-9CF0-97F8-B13E125FFF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B5C5D72-DFB6-2124-A99F-7DD5ABF7E24D}"/>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8B405AB3-8D7C-FD0B-A167-8471EC6EE77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6AE0C5-EB64-0879-A115-69EF1CB897ED}"/>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2443414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8D2B47-E40D-421F-3EEB-DC7D6F3496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C622A81-AE8F-1CF1-501E-E2BCB8A5041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40F3BF-7309-171B-00FE-1C0356ADF91D}"/>
              </a:ext>
            </a:extLst>
          </p:cNvPr>
          <p:cNvSpPr>
            <a:spLocks noGrp="1"/>
          </p:cNvSpPr>
          <p:nvPr>
            <p:ph type="dt" sz="half" idx="10"/>
          </p:nvPr>
        </p:nvSpPr>
        <p:spPr/>
        <p:txBody>
          <a:body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F0488B5B-338F-B6E4-DC1A-58507B2655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996ECC0-8441-2D4D-F970-8676D169700C}"/>
              </a:ext>
            </a:extLst>
          </p:cNvPr>
          <p:cNvSpPr>
            <a:spLocks noGrp="1"/>
          </p:cNvSpPr>
          <p:nvPr>
            <p:ph type="sldNum" sz="quarter" idx="12"/>
          </p:nvPr>
        </p:nvSpPr>
        <p:spPr/>
        <p:txBody>
          <a:bodyPr/>
          <a:lstStyle/>
          <a:p>
            <a:fld id="{F9DA43B1-565C-4587-BA28-7957D0E57DF0}" type="slidenum">
              <a:rPr lang="en-GB" smtClean="0"/>
              <a:t>‹#›</a:t>
            </a:fld>
            <a:endParaRPr lang="en-GB"/>
          </a:p>
        </p:txBody>
      </p:sp>
    </p:spTree>
    <p:extLst>
      <p:ext uri="{BB962C8B-B14F-4D97-AF65-F5344CB8AC3E}">
        <p14:creationId xmlns:p14="http://schemas.microsoft.com/office/powerpoint/2010/main" val="37444421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EC60882-5333-DF97-1C2E-96F7B6F481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3AFFE52-99A6-17DB-D583-69A4D1C600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F410ED-09EF-E0FF-AC85-7B746BB52B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C5E167-8472-44EC-A385-749863FD967E}" type="datetimeFigureOut">
              <a:rPr lang="en-GB" smtClean="0"/>
              <a:t>02/11/2023</a:t>
            </a:fld>
            <a:endParaRPr lang="en-GB"/>
          </a:p>
        </p:txBody>
      </p:sp>
      <p:sp>
        <p:nvSpPr>
          <p:cNvPr id="5" name="Footer Placeholder 4">
            <a:extLst>
              <a:ext uri="{FF2B5EF4-FFF2-40B4-BE49-F238E27FC236}">
                <a16:creationId xmlns:a16="http://schemas.microsoft.com/office/drawing/2014/main" id="{EC24F3BB-E1FA-F7D4-1ED3-CD3CE7CC43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4E02010-CC12-B7BF-A118-C9613820AB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DA43B1-565C-4587-BA28-7957D0E57DF0}" type="slidenum">
              <a:rPr lang="en-GB" smtClean="0"/>
              <a:t>‹#›</a:t>
            </a:fld>
            <a:endParaRPr lang="en-GB"/>
          </a:p>
        </p:txBody>
      </p:sp>
    </p:spTree>
    <p:extLst>
      <p:ext uri="{BB962C8B-B14F-4D97-AF65-F5344CB8AC3E}">
        <p14:creationId xmlns:p14="http://schemas.microsoft.com/office/powerpoint/2010/main" val="20633483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F83D9713-BDB6-AC8D-C355-BEABE1262469}"/>
              </a:ext>
            </a:extLst>
          </p:cNvPr>
          <p:cNvPicPr>
            <a:picLocks noChangeAspect="1"/>
          </p:cNvPicPr>
          <p:nvPr/>
        </p:nvPicPr>
        <p:blipFill rotWithShape="1">
          <a:blip r:embed="rId2">
            <a:alphaModFix amt="50000"/>
          </a:blip>
          <a:srcRect t="1732" b="18481"/>
          <a:stretch/>
        </p:blipFill>
        <p:spPr>
          <a:xfrm>
            <a:off x="20" y="1"/>
            <a:ext cx="12191980" cy="6857999"/>
          </a:xfrm>
          <a:prstGeom prst="rect">
            <a:avLst/>
          </a:prstGeom>
        </p:spPr>
      </p:pic>
      <p:sp>
        <p:nvSpPr>
          <p:cNvPr id="2" name="Title 1">
            <a:extLst>
              <a:ext uri="{FF2B5EF4-FFF2-40B4-BE49-F238E27FC236}">
                <a16:creationId xmlns:a16="http://schemas.microsoft.com/office/drawing/2014/main" id="{CFB1777D-DC76-AE74-EF1F-0D2FC219A198}"/>
              </a:ext>
            </a:extLst>
          </p:cNvPr>
          <p:cNvSpPr>
            <a:spLocks noGrp="1"/>
          </p:cNvSpPr>
          <p:nvPr>
            <p:ph type="ctrTitle"/>
          </p:nvPr>
        </p:nvSpPr>
        <p:spPr>
          <a:xfrm>
            <a:off x="838200" y="1122362"/>
            <a:ext cx="10515600" cy="2900518"/>
          </a:xfrm>
        </p:spPr>
        <p:txBody>
          <a:bodyPr>
            <a:normAutofit/>
          </a:bodyPr>
          <a:lstStyle/>
          <a:p>
            <a:r>
              <a:rPr lang="en-GB" sz="4400">
                <a:solidFill>
                  <a:srgbClr val="FFFFFF"/>
                </a:solidFill>
              </a:rPr>
              <a:t>Sprint 1 – Personal project</a:t>
            </a:r>
          </a:p>
        </p:txBody>
      </p:sp>
      <p:sp>
        <p:nvSpPr>
          <p:cNvPr id="3" name="Subtitle 2">
            <a:extLst>
              <a:ext uri="{FF2B5EF4-FFF2-40B4-BE49-F238E27FC236}">
                <a16:creationId xmlns:a16="http://schemas.microsoft.com/office/drawing/2014/main" id="{CBE16918-0EC4-5469-96F2-B07F990A86B7}"/>
              </a:ext>
            </a:extLst>
          </p:cNvPr>
          <p:cNvSpPr>
            <a:spLocks noGrp="1"/>
          </p:cNvSpPr>
          <p:nvPr>
            <p:ph type="subTitle" idx="1"/>
          </p:nvPr>
        </p:nvSpPr>
        <p:spPr>
          <a:xfrm>
            <a:off x="838200" y="4159404"/>
            <a:ext cx="10515600" cy="1098395"/>
          </a:xfrm>
        </p:spPr>
        <p:txBody>
          <a:bodyPr>
            <a:normAutofit/>
          </a:bodyPr>
          <a:lstStyle/>
          <a:p>
            <a:r>
              <a:rPr lang="en-GB" sz="2000">
                <a:solidFill>
                  <a:srgbClr val="FFFFFF"/>
                </a:solidFill>
              </a:rPr>
              <a:t>Casey Stijlaart</a:t>
            </a:r>
          </a:p>
        </p:txBody>
      </p:sp>
    </p:spTree>
    <p:extLst>
      <p:ext uri="{BB962C8B-B14F-4D97-AF65-F5344CB8AC3E}">
        <p14:creationId xmlns:p14="http://schemas.microsoft.com/office/powerpoint/2010/main" val="2054553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EDCA13E4-84AA-E726-5A81-7937D2DFEA80}"/>
              </a:ext>
            </a:extLst>
          </p:cNvPr>
          <p:cNvPicPr>
            <a:picLocks noChangeAspect="1"/>
          </p:cNvPicPr>
          <p:nvPr/>
        </p:nvPicPr>
        <p:blipFill rotWithShape="1">
          <a:blip r:embed="rId2">
            <a:alphaModFix amt="35000"/>
          </a:blip>
          <a:srcRect t="9804" b="5927"/>
          <a:stretch/>
        </p:blipFill>
        <p:spPr>
          <a:xfrm>
            <a:off x="20" y="10"/>
            <a:ext cx="12191980" cy="6857990"/>
          </a:xfrm>
          <a:prstGeom prst="rect">
            <a:avLst/>
          </a:prstGeom>
        </p:spPr>
      </p:pic>
      <p:sp>
        <p:nvSpPr>
          <p:cNvPr id="2" name="Title 1">
            <a:extLst>
              <a:ext uri="{FF2B5EF4-FFF2-40B4-BE49-F238E27FC236}">
                <a16:creationId xmlns:a16="http://schemas.microsoft.com/office/drawing/2014/main" id="{A4E41FF0-56CB-4BC8-D8A6-A34A80DDAC36}"/>
              </a:ext>
            </a:extLst>
          </p:cNvPr>
          <p:cNvSpPr>
            <a:spLocks noGrp="1"/>
          </p:cNvSpPr>
          <p:nvPr>
            <p:ph type="title"/>
          </p:nvPr>
        </p:nvSpPr>
        <p:spPr>
          <a:xfrm>
            <a:off x="838200" y="365125"/>
            <a:ext cx="10515600" cy="1325563"/>
          </a:xfrm>
        </p:spPr>
        <p:txBody>
          <a:bodyPr>
            <a:normAutofit/>
          </a:bodyPr>
          <a:lstStyle/>
          <a:p>
            <a:r>
              <a:rPr lang="en-GB">
                <a:solidFill>
                  <a:srgbClr val="FFFFFF"/>
                </a:solidFill>
              </a:rPr>
              <a:t>Table of Contents</a:t>
            </a:r>
          </a:p>
        </p:txBody>
      </p:sp>
      <p:graphicFrame>
        <p:nvGraphicFramePr>
          <p:cNvPr id="5" name="Content Placeholder 2">
            <a:extLst>
              <a:ext uri="{FF2B5EF4-FFF2-40B4-BE49-F238E27FC236}">
                <a16:creationId xmlns:a16="http://schemas.microsoft.com/office/drawing/2014/main" id="{E6832107-84C8-0457-04A3-1CA16916568F}"/>
              </a:ext>
            </a:extLst>
          </p:cNvPr>
          <p:cNvGraphicFramePr>
            <a:graphicFrameLocks noGrp="1"/>
          </p:cNvGraphicFramePr>
          <p:nvPr>
            <p:ph idx="1"/>
            <p:extLst>
              <p:ext uri="{D42A27DB-BD31-4B8C-83A1-F6EECF244321}">
                <p14:modId xmlns:p14="http://schemas.microsoft.com/office/powerpoint/2010/main" val="67752447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12493722"/>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8457D78-48A5-FF80-31C2-6D34EBEA172E}"/>
              </a:ext>
            </a:extLst>
          </p:cNvPr>
          <p:cNvPicPr>
            <a:picLocks noChangeAspect="1"/>
          </p:cNvPicPr>
          <p:nvPr/>
        </p:nvPicPr>
        <p:blipFill rotWithShape="1">
          <a:blip r:embed="rId2">
            <a:alphaModFix amt="35000"/>
          </a:blip>
          <a:srcRect t="9916" b="10578"/>
          <a:stretch/>
        </p:blipFill>
        <p:spPr>
          <a:xfrm>
            <a:off x="20" y="10"/>
            <a:ext cx="12191980" cy="6857990"/>
          </a:xfrm>
          <a:prstGeom prst="rect">
            <a:avLst/>
          </a:prstGeom>
        </p:spPr>
      </p:pic>
      <p:sp>
        <p:nvSpPr>
          <p:cNvPr id="2" name="Title 1">
            <a:extLst>
              <a:ext uri="{FF2B5EF4-FFF2-40B4-BE49-F238E27FC236}">
                <a16:creationId xmlns:a16="http://schemas.microsoft.com/office/drawing/2014/main" id="{FA99AEB8-295B-D0A9-B49E-BDD85D9B0D51}"/>
              </a:ext>
            </a:extLst>
          </p:cNvPr>
          <p:cNvSpPr>
            <a:spLocks noGrp="1"/>
          </p:cNvSpPr>
          <p:nvPr>
            <p:ph type="title"/>
          </p:nvPr>
        </p:nvSpPr>
        <p:spPr>
          <a:xfrm>
            <a:off x="838200" y="365125"/>
            <a:ext cx="10515600" cy="1325563"/>
          </a:xfrm>
        </p:spPr>
        <p:txBody>
          <a:bodyPr>
            <a:normAutofit/>
          </a:bodyPr>
          <a:lstStyle/>
          <a:p>
            <a:r>
              <a:rPr lang="en-GB">
                <a:solidFill>
                  <a:srgbClr val="FFFFFF"/>
                </a:solidFill>
              </a:rPr>
              <a:t>Sprint 1 Goals</a:t>
            </a:r>
          </a:p>
        </p:txBody>
      </p:sp>
      <p:graphicFrame>
        <p:nvGraphicFramePr>
          <p:cNvPr id="5" name="Content Placeholder 2">
            <a:extLst>
              <a:ext uri="{FF2B5EF4-FFF2-40B4-BE49-F238E27FC236}">
                <a16:creationId xmlns:a16="http://schemas.microsoft.com/office/drawing/2014/main" id="{6AC2A2E4-6021-7D17-3AC5-AC51EEA758E9}"/>
              </a:ext>
            </a:extLst>
          </p:cNvPr>
          <p:cNvGraphicFramePr>
            <a:graphicFrameLocks noGrp="1"/>
          </p:cNvGraphicFramePr>
          <p:nvPr>
            <p:ph idx="1"/>
            <p:extLst>
              <p:ext uri="{D42A27DB-BD31-4B8C-83A1-F6EECF244321}">
                <p14:modId xmlns:p14="http://schemas.microsoft.com/office/powerpoint/2010/main" val="398233943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335209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 name="Rectangle 7">
            <a:extLst>
              <a:ext uri="{FF2B5EF4-FFF2-40B4-BE49-F238E27FC236}">
                <a16:creationId xmlns:a16="http://schemas.microsoft.com/office/drawing/2014/main" id="{5112AC23-F046-4DC5-9B92-07CA6CC7C5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9">
            <a:extLst>
              <a:ext uri="{FF2B5EF4-FFF2-40B4-BE49-F238E27FC236}">
                <a16:creationId xmlns:a16="http://schemas.microsoft.com/office/drawing/2014/main" id="{175AAFE7-143D-45AC-B616-09521E0F55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11">
            <a:extLst>
              <a:ext uri="{FF2B5EF4-FFF2-40B4-BE49-F238E27FC236}">
                <a16:creationId xmlns:a16="http://schemas.microsoft.com/office/drawing/2014/main" id="{0BA5DB72-E109-4D37-B6DD-C328D53970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13">
            <a:extLst>
              <a:ext uri="{FF2B5EF4-FFF2-40B4-BE49-F238E27FC236}">
                <a16:creationId xmlns:a16="http://schemas.microsoft.com/office/drawing/2014/main" id="{7C34EE77-74D1-42B4-801B-40B35A68C1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41" name="Oval 14">
              <a:extLst>
                <a:ext uri="{FF2B5EF4-FFF2-40B4-BE49-F238E27FC236}">
                  <a16:creationId xmlns:a16="http://schemas.microsoft.com/office/drawing/2014/main" id="{12152B4E-1BCF-43D1-814C-F560CEB52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15">
              <a:extLst>
                <a:ext uri="{FF2B5EF4-FFF2-40B4-BE49-F238E27FC236}">
                  <a16:creationId xmlns:a16="http://schemas.microsoft.com/office/drawing/2014/main" id="{95486774-B7FC-480F-9AAF-9F55F4C436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16">
              <a:extLst>
                <a:ext uri="{FF2B5EF4-FFF2-40B4-BE49-F238E27FC236}">
                  <a16:creationId xmlns:a16="http://schemas.microsoft.com/office/drawing/2014/main" id="{A8FA6A4C-BA1F-4EF8-B3BD-F28CB66DE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17">
              <a:extLst>
                <a:ext uri="{FF2B5EF4-FFF2-40B4-BE49-F238E27FC236}">
                  <a16:creationId xmlns:a16="http://schemas.microsoft.com/office/drawing/2014/main" id="{4BF89DB3-EA73-4FD0-AACB-5FE32C149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CBAB203A-25C6-422F-9DB6-C69F0EE9F6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19">
              <a:extLst>
                <a:ext uri="{FF2B5EF4-FFF2-40B4-BE49-F238E27FC236}">
                  <a16:creationId xmlns:a16="http://schemas.microsoft.com/office/drawing/2014/main" id="{574730A1-7A3A-4ACF-965D-A6DCEC7DBE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ectangle 21">
            <a:extLst>
              <a:ext uri="{FF2B5EF4-FFF2-40B4-BE49-F238E27FC236}">
                <a16:creationId xmlns:a16="http://schemas.microsoft.com/office/drawing/2014/main" id="{EB2D1A1F-B200-4444-AE01-EFC97AF7B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4" y="1042604"/>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a:extLst>
              <a:ext uri="{FF2B5EF4-FFF2-40B4-BE49-F238E27FC236}">
                <a16:creationId xmlns:a16="http://schemas.microsoft.com/office/drawing/2014/main" id="{70E4CB9D-2256-4786-8DDF-ADFBF353374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5" name="Straight Connector 24">
              <a:extLst>
                <a:ext uri="{FF2B5EF4-FFF2-40B4-BE49-F238E27FC236}">
                  <a16:creationId xmlns:a16="http://schemas.microsoft.com/office/drawing/2014/main" id="{180841E3-DFCC-429A-B907-8B06EDB1E9A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54698A1-0C53-4620-97E1-B4689288CFD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DBDFF7F-BD40-4085-952D-F6EC5908D9D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7" name="Straight Connector 27">
              <a:extLst>
                <a:ext uri="{FF2B5EF4-FFF2-40B4-BE49-F238E27FC236}">
                  <a16:creationId xmlns:a16="http://schemas.microsoft.com/office/drawing/2014/main" id="{9F29CA06-4FE5-44A6-8D40-A9C36449CE33}"/>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grpSp>
        <p:nvGrpSpPr>
          <p:cNvPr id="48" name="Group 29">
            <a:extLst>
              <a:ext uri="{FF2B5EF4-FFF2-40B4-BE49-F238E27FC236}">
                <a16:creationId xmlns:a16="http://schemas.microsoft.com/office/drawing/2014/main" id="{568E6F37-AE05-46BF-A77F-5505926E92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1" name="Straight Connector 30">
              <a:extLst>
                <a:ext uri="{FF2B5EF4-FFF2-40B4-BE49-F238E27FC236}">
                  <a16:creationId xmlns:a16="http://schemas.microsoft.com/office/drawing/2014/main" id="{8D6F5ECB-975C-4A38-BD48-A3C2B38E9E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BF36011-C922-4FD6-B09D-781A87054BEC}"/>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1FD3DC2-6A33-4C9E-B0F5-5D6209717F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0E4F800E-82BC-4AEF-9F07-7F95C8B8C3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760F53AB-FEAD-C80C-137C-42731599DD9A}"/>
              </a:ext>
            </a:extLst>
          </p:cNvPr>
          <p:cNvSpPr>
            <a:spLocks noGrp="1"/>
          </p:cNvSpPr>
          <p:nvPr>
            <p:ph type="title"/>
          </p:nvPr>
        </p:nvSpPr>
        <p:spPr>
          <a:xfrm>
            <a:off x="630936" y="630936"/>
            <a:ext cx="4989918" cy="5478640"/>
          </a:xfrm>
          <a:noFill/>
        </p:spPr>
        <p:txBody>
          <a:bodyPr anchor="ctr">
            <a:normAutofit/>
          </a:bodyPr>
          <a:lstStyle/>
          <a:p>
            <a:r>
              <a:rPr lang="en-GB" sz="4800">
                <a:solidFill>
                  <a:schemeClr val="bg1"/>
                </a:solidFill>
              </a:rPr>
              <a:t>Project Plan</a:t>
            </a:r>
          </a:p>
        </p:txBody>
      </p:sp>
      <p:sp>
        <p:nvSpPr>
          <p:cNvPr id="36" name="Rectangle 35">
            <a:extLst>
              <a:ext uri="{FF2B5EF4-FFF2-40B4-BE49-F238E27FC236}">
                <a16:creationId xmlns:a16="http://schemas.microsoft.com/office/drawing/2014/main" id="{C8D9C5DD-B8B3-46A0-8FBC-EE462F96C4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801066" y="497785"/>
            <a:ext cx="5678424" cy="5674840"/>
          </a:xfrm>
          <a:prstGeom prst="rect">
            <a:avLst/>
          </a:prstGeom>
          <a:gradFill flip="none" rotWithShape="1">
            <a:gsLst>
              <a:gs pos="0">
                <a:schemeClr val="tx1">
                  <a:alpha val="20000"/>
                </a:schemeClr>
              </a:gs>
              <a:gs pos="100000">
                <a:schemeClr val="tx1">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B456640-D1DE-C2DC-909F-F8E615023154}"/>
              </a:ext>
            </a:extLst>
          </p:cNvPr>
          <p:cNvSpPr>
            <a:spLocks noGrp="1"/>
          </p:cNvSpPr>
          <p:nvPr>
            <p:ph idx="1"/>
          </p:nvPr>
        </p:nvSpPr>
        <p:spPr>
          <a:xfrm>
            <a:off x="6041946" y="630936"/>
            <a:ext cx="4982273" cy="5478672"/>
          </a:xfrm>
          <a:noFill/>
        </p:spPr>
        <p:txBody>
          <a:bodyPr anchor="ctr">
            <a:normAutofit/>
          </a:bodyPr>
          <a:lstStyle/>
          <a:p>
            <a:r>
              <a:rPr lang="en-GB" sz="1800" dirty="0">
                <a:solidFill>
                  <a:schemeClr val="bg1"/>
                </a:solidFill>
              </a:rPr>
              <a:t>Project Goal</a:t>
            </a:r>
          </a:p>
          <a:p>
            <a:pPr lvl="1"/>
            <a:r>
              <a:rPr lang="en-GB" sz="1800" dirty="0">
                <a:solidFill>
                  <a:schemeClr val="bg1"/>
                </a:solidFill>
              </a:rPr>
              <a:t>The goal is to successfully design and implement an embedded system that effectively utilizes environmental data to create musical compositions via algorithmic processes. The musical composition should clearly indicate the environmental status to humans. Allowing for data to be informative in a non-text-based manner.</a:t>
            </a:r>
          </a:p>
          <a:p>
            <a:pPr lvl="1"/>
            <a:endParaRPr lang="en-GB" sz="1800" dirty="0">
              <a:solidFill>
                <a:schemeClr val="bg1"/>
              </a:solidFill>
            </a:endParaRPr>
          </a:p>
        </p:txBody>
      </p:sp>
    </p:spTree>
    <p:extLst>
      <p:ext uri="{BB962C8B-B14F-4D97-AF65-F5344CB8AC3E}">
        <p14:creationId xmlns:p14="http://schemas.microsoft.com/office/powerpoint/2010/main" val="3214431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0A8D2-956B-A776-FC07-58582A415975}"/>
              </a:ext>
            </a:extLst>
          </p:cNvPr>
          <p:cNvSpPr>
            <a:spLocks noGrp="1"/>
          </p:cNvSpPr>
          <p:nvPr>
            <p:ph type="title"/>
          </p:nvPr>
        </p:nvSpPr>
        <p:spPr>
          <a:xfrm>
            <a:off x="876693" y="741391"/>
            <a:ext cx="4355265" cy="1616203"/>
          </a:xfrm>
        </p:spPr>
        <p:txBody>
          <a:bodyPr anchor="b">
            <a:normAutofit/>
          </a:bodyPr>
          <a:lstStyle/>
          <a:p>
            <a:r>
              <a:rPr lang="en-GB" sz="3200"/>
              <a:t>Algorithms</a:t>
            </a:r>
          </a:p>
        </p:txBody>
      </p:sp>
      <p:sp>
        <p:nvSpPr>
          <p:cNvPr id="3" name="Content Placeholder 2">
            <a:extLst>
              <a:ext uri="{FF2B5EF4-FFF2-40B4-BE49-F238E27FC236}">
                <a16:creationId xmlns:a16="http://schemas.microsoft.com/office/drawing/2014/main" id="{8FCDAA9B-B0E1-07AC-03B5-2947D60CBBC9}"/>
              </a:ext>
            </a:extLst>
          </p:cNvPr>
          <p:cNvSpPr>
            <a:spLocks noGrp="1"/>
          </p:cNvSpPr>
          <p:nvPr>
            <p:ph idx="1"/>
          </p:nvPr>
        </p:nvSpPr>
        <p:spPr>
          <a:xfrm>
            <a:off x="876692" y="2533476"/>
            <a:ext cx="4355265" cy="3447832"/>
          </a:xfrm>
        </p:spPr>
        <p:txBody>
          <a:bodyPr anchor="t">
            <a:normAutofit/>
          </a:bodyPr>
          <a:lstStyle/>
          <a:p>
            <a:r>
              <a:rPr lang="en-GB" sz="2000" dirty="0"/>
              <a:t>Existing</a:t>
            </a:r>
          </a:p>
          <a:p>
            <a:pPr lvl="1"/>
            <a:r>
              <a:rPr lang="en-GB" sz="2000" dirty="0"/>
              <a:t>Composition</a:t>
            </a:r>
          </a:p>
          <a:p>
            <a:pPr lvl="1"/>
            <a:r>
              <a:rPr lang="en-GB" sz="2000" dirty="0"/>
              <a:t>Sonification</a:t>
            </a:r>
          </a:p>
          <a:p>
            <a:pPr lvl="1"/>
            <a:r>
              <a:rPr lang="en-GB" sz="2000" dirty="0"/>
              <a:t>Data-driven soundscapes</a:t>
            </a:r>
          </a:p>
        </p:txBody>
      </p:sp>
      <p:pic>
        <p:nvPicPr>
          <p:cNvPr id="50" name="Picture 49" descr="Abstract particle graph background">
            <a:extLst>
              <a:ext uri="{FF2B5EF4-FFF2-40B4-BE49-F238E27FC236}">
                <a16:creationId xmlns:a16="http://schemas.microsoft.com/office/drawing/2014/main" id="{BA62CEB7-D316-A1D8-D2E0-2EE819C542A0}"/>
              </a:ext>
            </a:extLst>
          </p:cNvPr>
          <p:cNvPicPr>
            <a:picLocks noChangeAspect="1"/>
          </p:cNvPicPr>
          <p:nvPr/>
        </p:nvPicPr>
        <p:blipFill rotWithShape="1">
          <a:blip r:embed="rId2"/>
          <a:srcRect l="26595" r="14071" b="-1"/>
          <a:stretch/>
        </p:blipFill>
        <p:spPr>
          <a:xfrm>
            <a:off x="6096000" y="10"/>
            <a:ext cx="6095999" cy="6857990"/>
          </a:xfrm>
          <a:prstGeom prst="rect">
            <a:avLst/>
          </a:prstGeom>
        </p:spPr>
      </p:pic>
      <p:sp>
        <p:nvSpPr>
          <p:cNvPr id="54" name="Rectangle 53">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69424" y="3028872"/>
            <a:ext cx="1559464" cy="6106313"/>
          </a:xfrm>
          <a:prstGeom prst="rect">
            <a:avLst/>
          </a:prstGeom>
          <a:gradFill>
            <a:gsLst>
              <a:gs pos="0">
                <a:schemeClr val="accent5">
                  <a:alpha val="77000"/>
                </a:schemeClr>
              </a:gs>
              <a:gs pos="57000">
                <a:schemeClr val="accent5">
                  <a:lumMod val="60000"/>
                  <a:lumOff val="40000"/>
                  <a:alpha val="0"/>
                </a:schemeClr>
              </a:gs>
            </a:gsLst>
            <a:lin ang="11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9C3A50E9-9119-7BC3-083B-2D84CCC78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15441" y="-3760"/>
            <a:ext cx="2176557" cy="6857999"/>
          </a:xfrm>
          <a:prstGeom prst="rect">
            <a:avLst/>
          </a:prstGeom>
          <a:gradFill flip="none" rotWithShape="1">
            <a:gsLst>
              <a:gs pos="0">
                <a:schemeClr val="accent2"/>
              </a:gs>
              <a:gs pos="40000">
                <a:schemeClr val="accent2">
                  <a:alpha val="0"/>
                </a:schemeClr>
              </a:gs>
            </a:gsLst>
            <a:lin ang="11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57">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096000" y="5502302"/>
            <a:ext cx="6106314" cy="1359456"/>
          </a:xfrm>
          <a:prstGeom prst="rect">
            <a:avLst/>
          </a:prstGeom>
          <a:gradFill flip="none" rotWithShape="1">
            <a:gsLst>
              <a:gs pos="0">
                <a:schemeClr val="accent2">
                  <a:alpha val="89000"/>
                </a:schemeClr>
              </a:gs>
              <a:gs pos="38000">
                <a:schemeClr val="accent5">
                  <a:lumMod val="60000"/>
                  <a:lumOff val="40000"/>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2" name="Rectangle 59">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9026892" y="2939627"/>
            <a:ext cx="3162908" cy="3914612"/>
          </a:xfrm>
          <a:prstGeom prst="rect">
            <a:avLst/>
          </a:prstGeom>
          <a:gradFill flip="none" rotWithShape="1">
            <a:gsLst>
              <a:gs pos="0">
                <a:schemeClr val="accent5">
                  <a:lumMod val="60000"/>
                  <a:lumOff val="40000"/>
                </a:schemeClr>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Tree>
    <p:extLst>
      <p:ext uri="{BB962C8B-B14F-4D97-AF65-F5344CB8AC3E}">
        <p14:creationId xmlns:p14="http://schemas.microsoft.com/office/powerpoint/2010/main" val="1943253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59" name="Rectangle 58">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CB80BE-09F2-AABB-4347-6F1968114244}"/>
              </a:ext>
            </a:extLst>
          </p:cNvPr>
          <p:cNvSpPr>
            <a:spLocks noGrp="1"/>
          </p:cNvSpPr>
          <p:nvPr>
            <p:ph type="title"/>
          </p:nvPr>
        </p:nvSpPr>
        <p:spPr>
          <a:xfrm>
            <a:off x="761803" y="350196"/>
            <a:ext cx="4646904" cy="1624520"/>
          </a:xfrm>
        </p:spPr>
        <p:txBody>
          <a:bodyPr anchor="ctr">
            <a:normAutofit/>
          </a:bodyPr>
          <a:lstStyle/>
          <a:p>
            <a:r>
              <a:rPr lang="en-GB" sz="4000"/>
              <a:t>Database</a:t>
            </a:r>
          </a:p>
        </p:txBody>
      </p:sp>
      <p:sp>
        <p:nvSpPr>
          <p:cNvPr id="3" name="Content Placeholder 2">
            <a:extLst>
              <a:ext uri="{FF2B5EF4-FFF2-40B4-BE49-F238E27FC236}">
                <a16:creationId xmlns:a16="http://schemas.microsoft.com/office/drawing/2014/main" id="{5038419F-357C-63EA-B8A4-A2514ADF0842}"/>
              </a:ext>
            </a:extLst>
          </p:cNvPr>
          <p:cNvSpPr>
            <a:spLocks noGrp="1"/>
          </p:cNvSpPr>
          <p:nvPr>
            <p:ph idx="1"/>
          </p:nvPr>
        </p:nvSpPr>
        <p:spPr>
          <a:xfrm>
            <a:off x="761802" y="2743200"/>
            <a:ext cx="4646905" cy="3613149"/>
          </a:xfrm>
        </p:spPr>
        <p:txBody>
          <a:bodyPr anchor="ctr">
            <a:normAutofit/>
          </a:bodyPr>
          <a:lstStyle/>
          <a:p>
            <a:r>
              <a:rPr lang="en-GB" sz="1800" dirty="0" err="1"/>
              <a:t>Containered</a:t>
            </a:r>
            <a:r>
              <a:rPr lang="en-GB" sz="1800" dirty="0"/>
              <a:t> through Docker</a:t>
            </a:r>
          </a:p>
          <a:p>
            <a:r>
              <a:rPr lang="en-GB" sz="1800" dirty="0"/>
              <a:t>Interaction of database</a:t>
            </a:r>
          </a:p>
          <a:p>
            <a:pPr lvl="1"/>
            <a:r>
              <a:rPr lang="en-GB" sz="1800" dirty="0"/>
              <a:t>Add Data</a:t>
            </a:r>
          </a:p>
          <a:p>
            <a:pPr lvl="1"/>
            <a:r>
              <a:rPr lang="en-GB" sz="1800" dirty="0"/>
              <a:t>Retrieve Data</a:t>
            </a:r>
          </a:p>
          <a:p>
            <a:pPr lvl="1"/>
            <a:r>
              <a:rPr lang="en-GB" sz="1800" dirty="0"/>
              <a:t>Remove Collection</a:t>
            </a:r>
          </a:p>
          <a:p>
            <a:r>
              <a:rPr lang="en-GB" sz="1800" dirty="0"/>
              <a:t>Manual Testing Demo</a:t>
            </a:r>
          </a:p>
          <a:p>
            <a:endParaRPr lang="en-GB" sz="1800" dirty="0"/>
          </a:p>
          <a:p>
            <a:r>
              <a:rPr lang="en-GB" sz="1800" dirty="0"/>
              <a:t>Existing Issue</a:t>
            </a:r>
          </a:p>
          <a:p>
            <a:pPr lvl="1"/>
            <a:r>
              <a:rPr lang="en-GB" sz="1800" dirty="0"/>
              <a:t>Unable to Interact with Cloud Database in Docker Application</a:t>
            </a:r>
          </a:p>
        </p:txBody>
      </p:sp>
      <p:pic>
        <p:nvPicPr>
          <p:cNvPr id="5" name="Picture 4">
            <a:extLst>
              <a:ext uri="{FF2B5EF4-FFF2-40B4-BE49-F238E27FC236}">
                <a16:creationId xmlns:a16="http://schemas.microsoft.com/office/drawing/2014/main" id="{C62791C3-287B-5C47-1E11-83EB09A757CD}"/>
              </a:ext>
            </a:extLst>
          </p:cNvPr>
          <p:cNvPicPr>
            <a:picLocks noChangeAspect="1"/>
          </p:cNvPicPr>
          <p:nvPr/>
        </p:nvPicPr>
        <p:blipFill rotWithShape="1">
          <a:blip r:embed="rId2"/>
          <a:srcRect l="8635" r="13975" b="-4"/>
          <a:stretch/>
        </p:blipFill>
        <p:spPr>
          <a:xfrm>
            <a:off x="6096000" y="1"/>
            <a:ext cx="6102825" cy="6858000"/>
          </a:xfrm>
          <a:prstGeom prst="rect">
            <a:avLst/>
          </a:prstGeom>
        </p:spPr>
      </p:pic>
    </p:spTree>
    <p:extLst>
      <p:ext uri="{BB962C8B-B14F-4D97-AF65-F5344CB8AC3E}">
        <p14:creationId xmlns:p14="http://schemas.microsoft.com/office/powerpoint/2010/main" val="1745391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5EA80E43-B89C-7421-0554-B5F48A411DBE}"/>
              </a:ext>
            </a:extLst>
          </p:cNvPr>
          <p:cNvPicPr>
            <a:picLocks noChangeAspect="1"/>
          </p:cNvPicPr>
          <p:nvPr/>
        </p:nvPicPr>
        <p:blipFill rotWithShape="1">
          <a:blip r:embed="rId2">
            <a:alphaModFix amt="35000"/>
          </a:blip>
          <a:srcRect t="7529" b="8201"/>
          <a:stretch/>
        </p:blipFill>
        <p:spPr>
          <a:xfrm>
            <a:off x="20" y="10"/>
            <a:ext cx="12191980" cy="6857990"/>
          </a:xfrm>
          <a:prstGeom prst="rect">
            <a:avLst/>
          </a:prstGeom>
        </p:spPr>
      </p:pic>
      <p:sp>
        <p:nvSpPr>
          <p:cNvPr id="2" name="Title 1">
            <a:extLst>
              <a:ext uri="{FF2B5EF4-FFF2-40B4-BE49-F238E27FC236}">
                <a16:creationId xmlns:a16="http://schemas.microsoft.com/office/drawing/2014/main" id="{E62D321A-869C-EBE3-1B5F-E240F2BCEEB2}"/>
              </a:ext>
            </a:extLst>
          </p:cNvPr>
          <p:cNvSpPr>
            <a:spLocks noGrp="1"/>
          </p:cNvSpPr>
          <p:nvPr>
            <p:ph type="title"/>
          </p:nvPr>
        </p:nvSpPr>
        <p:spPr>
          <a:xfrm>
            <a:off x="838200" y="365125"/>
            <a:ext cx="10515600" cy="1325563"/>
          </a:xfrm>
        </p:spPr>
        <p:txBody>
          <a:bodyPr>
            <a:normAutofit/>
          </a:bodyPr>
          <a:lstStyle/>
          <a:p>
            <a:r>
              <a:rPr lang="en-GB">
                <a:solidFill>
                  <a:srgbClr val="FFFFFF"/>
                </a:solidFill>
              </a:rPr>
              <a:t>Sprint 2 Goals</a:t>
            </a:r>
          </a:p>
        </p:txBody>
      </p:sp>
      <p:graphicFrame>
        <p:nvGraphicFramePr>
          <p:cNvPr id="5" name="Content Placeholder 2">
            <a:extLst>
              <a:ext uri="{FF2B5EF4-FFF2-40B4-BE49-F238E27FC236}">
                <a16:creationId xmlns:a16="http://schemas.microsoft.com/office/drawing/2014/main" id="{0874AC99-F9AF-496C-22EF-0C7D7F3CEFF0}"/>
              </a:ext>
            </a:extLst>
          </p:cNvPr>
          <p:cNvGraphicFramePr>
            <a:graphicFrameLocks noGrp="1"/>
          </p:cNvGraphicFramePr>
          <p:nvPr>
            <p:ph idx="1"/>
            <p:extLst>
              <p:ext uri="{D42A27DB-BD31-4B8C-83A1-F6EECF244321}">
                <p14:modId xmlns:p14="http://schemas.microsoft.com/office/powerpoint/2010/main" val="339225682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5069514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4AD0ED-45F1-4AB2-8C18-7DED238A0F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7430622-9855-482E-98A8-1FAECC9090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15C76D5-716D-420A-ABDC-55BF6D9ED2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075420"/>
            <a:ext cx="12048729" cy="4093306"/>
            <a:chOff x="1" y="2075420"/>
            <a:chExt cx="12048729" cy="4093306"/>
          </a:xfrm>
        </p:grpSpPr>
        <p:sp>
          <p:nvSpPr>
            <p:cNvPr id="12" name="Oval 11">
              <a:extLst>
                <a:ext uri="{FF2B5EF4-FFF2-40B4-BE49-F238E27FC236}">
                  <a16:creationId xmlns:a16="http://schemas.microsoft.com/office/drawing/2014/main" id="{79875022-E2DB-4A9E-8832-E7009F0E4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BFBDCA6-4D2C-451E-8205-8C334DCEE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395B2B7-3263-461B-8800-669EBE884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727DC78-6D51-415D-878D-516F840FB6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8405FB7A-34E4-454E-80C1-3AF31F6003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56EC0F8-CE39-4C95-B52D-033DBF561C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6D18A1D-6E27-34E5-A594-F128A0543AC1}"/>
              </a:ext>
            </a:extLst>
          </p:cNvPr>
          <p:cNvSpPr>
            <a:spLocks noGrp="1"/>
          </p:cNvSpPr>
          <p:nvPr>
            <p:ph type="title"/>
          </p:nvPr>
        </p:nvSpPr>
        <p:spPr>
          <a:xfrm>
            <a:off x="2043326" y="609600"/>
            <a:ext cx="8229600" cy="2819399"/>
          </a:xfrm>
          <a:noFill/>
        </p:spPr>
        <p:txBody>
          <a:bodyPr vert="horz" lIns="91440" tIns="45720" rIns="91440" bIns="45720" rtlCol="0" anchor="b">
            <a:normAutofit/>
          </a:bodyPr>
          <a:lstStyle/>
          <a:p>
            <a:pPr algn="ctr"/>
            <a:r>
              <a:rPr lang="en-US" sz="4800" kern="1200">
                <a:solidFill>
                  <a:schemeClr val="bg1"/>
                </a:solidFill>
                <a:latin typeface="+mj-lt"/>
                <a:ea typeface="+mj-ea"/>
                <a:cs typeface="+mj-cs"/>
              </a:rPr>
              <a:t>Questions and Feedback?</a:t>
            </a:r>
          </a:p>
        </p:txBody>
      </p:sp>
      <p:sp>
        <p:nvSpPr>
          <p:cNvPr id="19" name="Rectangle 18">
            <a:extLst>
              <a:ext uri="{FF2B5EF4-FFF2-40B4-BE49-F238E27FC236}">
                <a16:creationId xmlns:a16="http://schemas.microsoft.com/office/drawing/2014/main" id="{73162FBC-1EE8-4355-8B2B-CB9A5B4BD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438146" y="1042605"/>
            <a:ext cx="2796461" cy="711252"/>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C2940EF9-7ECF-49BA-8F14-5EBC7ADE07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59539" y="317578"/>
            <a:ext cx="548640" cy="549007"/>
            <a:chOff x="7029447" y="3514725"/>
            <a:chExt cx="1285875" cy="549007"/>
          </a:xfrm>
        </p:grpSpPr>
        <p:cxnSp>
          <p:nvCxnSpPr>
            <p:cNvPr id="22" name="Straight Connector 21">
              <a:extLst>
                <a:ext uri="{FF2B5EF4-FFF2-40B4-BE49-F238E27FC236}">
                  <a16:creationId xmlns:a16="http://schemas.microsoft.com/office/drawing/2014/main" id="{DF9A5AE3-5A1E-4528-BDC2-D32A66EFFD6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39C6801-3BB8-4C41-9385-D9CE4F148574}"/>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8EA6929-FF51-4E95-8E16-80E9F371AE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E91CBD-B19A-4299-90BD-CC3AB697669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7" name="Rectangle 26">
            <a:extLst>
              <a:ext uri="{FF2B5EF4-FFF2-40B4-BE49-F238E27FC236}">
                <a16:creationId xmlns:a16="http://schemas.microsoft.com/office/drawing/2014/main" id="{26CE109B-4241-4CF1-B587-868774BB4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6140785"/>
            <a:ext cx="6095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 name="Group 28">
            <a:extLst>
              <a:ext uri="{FF2B5EF4-FFF2-40B4-BE49-F238E27FC236}">
                <a16:creationId xmlns:a16="http://schemas.microsoft.com/office/drawing/2014/main" id="{DD107650-C271-404F-98D8-BB8E7E0306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16345" y="5940560"/>
            <a:ext cx="1285875" cy="549007"/>
            <a:chOff x="7029447" y="3514725"/>
            <a:chExt cx="1285875" cy="549007"/>
          </a:xfrm>
        </p:grpSpPr>
        <p:cxnSp>
          <p:nvCxnSpPr>
            <p:cNvPr id="30" name="Straight Connector 29">
              <a:extLst>
                <a:ext uri="{FF2B5EF4-FFF2-40B4-BE49-F238E27FC236}">
                  <a16:creationId xmlns:a16="http://schemas.microsoft.com/office/drawing/2014/main" id="{41F01725-EDBB-493E-A610-EF9ACBABB21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C8E2A80-F420-488D-AE39-E20BC61B195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258A20B2-85E4-4C64-A75F-376DA772A43E}"/>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88BDCE8-2392-4F5E-B6B4-AD19C903B90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676721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1706</TotalTime>
  <Words>143</Words>
  <Application>Microsoft Office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Sprint 1 – Personal project</vt:lpstr>
      <vt:lpstr>Table of Contents</vt:lpstr>
      <vt:lpstr>Sprint 1 Goals</vt:lpstr>
      <vt:lpstr>Project Plan</vt:lpstr>
      <vt:lpstr>Algorithms</vt:lpstr>
      <vt:lpstr>Database</vt:lpstr>
      <vt:lpstr>Sprint 2 Goals</vt:lpstr>
      <vt:lpstr>Questions and Feedback?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Sprint 1 – Personal project</dc:title>
  <dc:creator>Stijlaart,Casey C.</dc:creator>
  <cp:lastModifiedBy>Stijlaart,Casey C.</cp:lastModifiedBy>
  <cp:revision>1</cp:revision>
  <dcterms:created xsi:type="dcterms:W3CDTF">2023-11-02T09:32:12Z</dcterms:created>
  <dcterms:modified xsi:type="dcterms:W3CDTF">2023-11-03T13:59:10Z</dcterms:modified>
</cp:coreProperties>
</file>