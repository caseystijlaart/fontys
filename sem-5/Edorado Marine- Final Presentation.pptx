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4"/>
  </p:sldMasterIdLst>
  <p:notesMasterIdLst>
    <p:notesMasterId r:id="rId9"/>
  </p:notesMasterIdLst>
  <p:handoutMasterIdLst>
    <p:handoutMasterId r:id="rId10"/>
  </p:handoutMasterIdLst>
  <p:sldIdLst>
    <p:sldId id="257" r:id="rId5"/>
    <p:sldId id="261" r:id="rId6"/>
    <p:sldId id="262" r:id="rId7"/>
    <p:sldId id="264" r:id="rId8"/>
  </p:sldIdLst>
  <p:sldSz cx="12192000" cy="6858000"/>
  <p:notesSz cx="6858000" cy="9144000"/>
  <p:defaultTextStyle>
    <a:defPPr rtl="0">
      <a:defRPr lang="en-gb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8" autoAdjust="0"/>
    <p:restoredTop sz="94628"/>
  </p:normalViewPr>
  <p:slideViewPr>
    <p:cSldViewPr snapToGrid="0" snapToObjects="1">
      <p:cViewPr>
        <p:scale>
          <a:sx n="75" d="100"/>
          <a:sy n="75" d="100"/>
        </p:scale>
        <p:origin x="883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9" d="100"/>
          <a:sy n="89" d="100"/>
        </p:scale>
        <p:origin x="378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62DEA7-9DCD-4B2E-9DC5-BE121C266AFD}" type="doc">
      <dgm:prSet loTypeId="urn:microsoft.com/office/officeart/2018/2/layout/IconVerticalSolidList" loCatId="icon" qsTypeId="urn:microsoft.com/office/officeart/2005/8/quickstyle/simple4" qsCatId="simple" csTypeId="urn:microsoft.com/office/officeart/2005/8/colors/accent1_2" csCatId="accent1" phldr="1"/>
      <dgm:spPr/>
      <dgm:t>
        <a:bodyPr rtlCol="0"/>
        <a:lstStyle/>
        <a:p>
          <a:pPr rtl="0"/>
          <a:endParaRPr lang="en-US"/>
        </a:p>
      </dgm:t>
    </dgm:pt>
    <dgm:pt modelId="{41CDB9B8-E81E-41E7-AE89-8F6EDFC88D92}">
      <dgm:prSet/>
      <dgm:spPr/>
      <dgm:t>
        <a:bodyPr rtlCol="0"/>
        <a:lstStyle/>
        <a:p>
          <a:pPr>
            <a:lnSpc>
              <a:spcPct val="100000"/>
            </a:lnSpc>
          </a:pPr>
          <a:r>
            <a:rPr lang="en-GB" noProof="0"/>
            <a:t>The company</a:t>
          </a:r>
        </a:p>
      </dgm:t>
    </dgm:pt>
    <dgm:pt modelId="{5D2FF527-BA77-40BE-9414-16FAE46386BB}" type="parTrans" cxnId="{21EB7847-13AE-4881-9090-909F31360F4E}">
      <dgm:prSet/>
      <dgm:spPr/>
      <dgm:t>
        <a:bodyPr rtlCol="0"/>
        <a:lstStyle/>
        <a:p>
          <a:pPr rtl="0"/>
          <a:endParaRPr lang="en-GB" noProof="0" dirty="0"/>
        </a:p>
      </dgm:t>
    </dgm:pt>
    <dgm:pt modelId="{BA791450-8D1E-4A6F-B71D-2984D9E245C4}" type="sibTrans" cxnId="{21EB7847-13AE-4881-9090-909F31360F4E}">
      <dgm:prSet/>
      <dgm:spPr/>
      <dgm:t>
        <a:bodyPr rtlCol="0"/>
        <a:lstStyle/>
        <a:p>
          <a:pPr rtl="0"/>
          <a:endParaRPr lang="en-GB" noProof="0" dirty="0"/>
        </a:p>
      </dgm:t>
    </dgm:pt>
    <dgm:pt modelId="{4D7D34C7-9466-4514-BF51-7396C17436B5}">
      <dgm:prSet/>
      <dgm:spPr/>
      <dgm:t>
        <a:bodyPr rtlCol="0"/>
        <a:lstStyle/>
        <a:p>
          <a:pPr>
            <a:lnSpc>
              <a:spcPct val="100000"/>
            </a:lnSpc>
          </a:pPr>
          <a:r>
            <a:rPr lang="en-GB" noProof="0"/>
            <a:t>The project</a:t>
          </a:r>
        </a:p>
      </dgm:t>
    </dgm:pt>
    <dgm:pt modelId="{37DD6CE0-C2AA-4EB6-9E7D-14AED2127C40}" type="parTrans" cxnId="{7EEBEB1B-497E-4365-84F9-FBB75D7759E5}">
      <dgm:prSet/>
      <dgm:spPr/>
      <dgm:t>
        <a:bodyPr rtlCol="0"/>
        <a:lstStyle/>
        <a:p>
          <a:pPr rtl="0"/>
          <a:endParaRPr lang="en-GB" noProof="0" dirty="0"/>
        </a:p>
      </dgm:t>
    </dgm:pt>
    <dgm:pt modelId="{483498F9-A0C2-4668-85AB-D8E6E254F73B}" type="sibTrans" cxnId="{7EEBEB1B-497E-4365-84F9-FBB75D7759E5}">
      <dgm:prSet/>
      <dgm:spPr/>
      <dgm:t>
        <a:bodyPr rtlCol="0"/>
        <a:lstStyle/>
        <a:p>
          <a:pPr rtl="0"/>
          <a:endParaRPr lang="en-GB" noProof="0" dirty="0"/>
        </a:p>
      </dgm:t>
    </dgm:pt>
    <dgm:pt modelId="{8E185869-F0D4-43E2-B08A-2F3E83EE98F3}">
      <dgm:prSet/>
      <dgm:spPr/>
      <dgm:t>
        <a:bodyPr rtlCol="0"/>
        <a:lstStyle/>
        <a:p>
          <a:pPr>
            <a:lnSpc>
              <a:spcPct val="100000"/>
            </a:lnSpc>
          </a:pPr>
          <a:r>
            <a:rPr lang="en-GB" noProof="0"/>
            <a:t>The approach</a:t>
          </a:r>
        </a:p>
      </dgm:t>
    </dgm:pt>
    <dgm:pt modelId="{7EE27099-92EA-4EDF-B176-0E355876D272}" type="parTrans" cxnId="{7F970F62-30E3-4F5B-A242-825013BF84A8}">
      <dgm:prSet/>
      <dgm:spPr/>
      <dgm:t>
        <a:bodyPr rtlCol="0"/>
        <a:lstStyle/>
        <a:p>
          <a:pPr rtl="0"/>
          <a:endParaRPr lang="en-GB" noProof="0" dirty="0"/>
        </a:p>
      </dgm:t>
    </dgm:pt>
    <dgm:pt modelId="{77D0876E-2BA2-4E28-ADB5-9885FCB7156A}" type="sibTrans" cxnId="{7F970F62-30E3-4F5B-A242-825013BF84A8}">
      <dgm:prSet/>
      <dgm:spPr/>
      <dgm:t>
        <a:bodyPr rtlCol="0"/>
        <a:lstStyle/>
        <a:p>
          <a:pPr rtl="0"/>
          <a:endParaRPr lang="en-GB" noProof="0" dirty="0"/>
        </a:p>
      </dgm:t>
    </dgm:pt>
    <dgm:pt modelId="{00B98888-03FB-4D1C-881C-6D0DB3CBC51D}">
      <dgm:prSet/>
      <dgm:spPr/>
      <dgm:t>
        <a:bodyPr rtlCol="0"/>
        <a:lstStyle/>
        <a:p>
          <a:pPr>
            <a:lnSpc>
              <a:spcPct val="100000"/>
            </a:lnSpc>
          </a:pPr>
          <a:r>
            <a:rPr lang="en-GB" noProof="0"/>
            <a:t>Learning Curves</a:t>
          </a:r>
        </a:p>
      </dgm:t>
    </dgm:pt>
    <dgm:pt modelId="{502F8E5A-2E8F-44AE-81DB-FDF5FBD59F4C}" type="parTrans" cxnId="{13FBB35F-ABFC-4AA3-971B-33265E7C2F9C}">
      <dgm:prSet/>
      <dgm:spPr/>
      <dgm:t>
        <a:bodyPr/>
        <a:lstStyle/>
        <a:p>
          <a:endParaRPr lang="en-GB"/>
        </a:p>
      </dgm:t>
    </dgm:pt>
    <dgm:pt modelId="{C2CFB3DE-20B2-40BB-A1FE-DD10C76D9D72}" type="sibTrans" cxnId="{13FBB35F-ABFC-4AA3-971B-33265E7C2F9C}">
      <dgm:prSet/>
      <dgm:spPr/>
      <dgm:t>
        <a:bodyPr/>
        <a:lstStyle/>
        <a:p>
          <a:endParaRPr lang="en-GB"/>
        </a:p>
      </dgm:t>
    </dgm:pt>
    <dgm:pt modelId="{12A9216C-EE64-4F29-8F07-4CE7DF6C03AD}">
      <dgm:prSet/>
      <dgm:spPr/>
      <dgm:t>
        <a:bodyPr rtlCol="0"/>
        <a:lstStyle/>
        <a:p>
          <a:pPr>
            <a:lnSpc>
              <a:spcPct val="100000"/>
            </a:lnSpc>
          </a:pPr>
          <a:r>
            <a:rPr lang="en-GB" noProof="0"/>
            <a:t>The result</a:t>
          </a:r>
        </a:p>
      </dgm:t>
    </dgm:pt>
    <dgm:pt modelId="{3F13C3C6-EE5B-48F8-9D7C-0AC6BA753AB3}" type="parTrans" cxnId="{C4438BE0-524B-4A80-8434-C146D52BA2B8}">
      <dgm:prSet/>
      <dgm:spPr/>
      <dgm:t>
        <a:bodyPr/>
        <a:lstStyle/>
        <a:p>
          <a:endParaRPr lang="en-GB"/>
        </a:p>
      </dgm:t>
    </dgm:pt>
    <dgm:pt modelId="{BC169D9E-48E5-4DAF-A4F6-889C40BD014B}" type="sibTrans" cxnId="{C4438BE0-524B-4A80-8434-C146D52BA2B8}">
      <dgm:prSet/>
      <dgm:spPr/>
      <dgm:t>
        <a:bodyPr/>
        <a:lstStyle/>
        <a:p>
          <a:endParaRPr lang="en-GB"/>
        </a:p>
      </dgm:t>
    </dgm:pt>
    <dgm:pt modelId="{4A75CE79-E818-4919-B4B7-3029B5D8E879}" type="pres">
      <dgm:prSet presAssocID="{7B62DEA7-9DCD-4B2E-9DC5-BE121C266AFD}" presName="root" presStyleCnt="0">
        <dgm:presLayoutVars>
          <dgm:dir/>
          <dgm:resizeHandles val="exact"/>
        </dgm:presLayoutVars>
      </dgm:prSet>
      <dgm:spPr/>
    </dgm:pt>
    <dgm:pt modelId="{ECAB2026-E877-480D-BB54-0927BD6CD38A}" type="pres">
      <dgm:prSet presAssocID="{41CDB9B8-E81E-41E7-AE89-8F6EDFC88D92}" presName="compNode" presStyleCnt="0"/>
      <dgm:spPr/>
    </dgm:pt>
    <dgm:pt modelId="{1757F6EE-A6FF-4A3C-81D2-6DA6E25A8FB0}" type="pres">
      <dgm:prSet presAssocID="{41CDB9B8-E81E-41E7-AE89-8F6EDFC88D92}" presName="bgRect" presStyleLbl="bgShp" presStyleIdx="0" presStyleCnt="5"/>
      <dgm:spPr/>
    </dgm:pt>
    <dgm:pt modelId="{DF40C75D-350B-43DB-84AC-3CDCF092B395}" type="pres">
      <dgm:prSet presAssocID="{41CDB9B8-E81E-41E7-AE89-8F6EDFC88D9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ilding"/>
        </a:ext>
      </dgm:extLst>
    </dgm:pt>
    <dgm:pt modelId="{8E8AC4E2-D78D-4FD0-A7CB-20C07D6869D7}" type="pres">
      <dgm:prSet presAssocID="{41CDB9B8-E81E-41E7-AE89-8F6EDFC88D92}" presName="spaceRect" presStyleCnt="0"/>
      <dgm:spPr/>
    </dgm:pt>
    <dgm:pt modelId="{6749AD31-2A7F-4D42-8CD5-8D3DE1365525}" type="pres">
      <dgm:prSet presAssocID="{41CDB9B8-E81E-41E7-AE89-8F6EDFC88D92}" presName="parTx" presStyleLbl="revTx" presStyleIdx="0" presStyleCnt="5">
        <dgm:presLayoutVars>
          <dgm:chMax val="0"/>
          <dgm:chPref val="0"/>
        </dgm:presLayoutVars>
      </dgm:prSet>
      <dgm:spPr/>
    </dgm:pt>
    <dgm:pt modelId="{11075690-A812-4ABD-A6C2-2009E9657634}" type="pres">
      <dgm:prSet presAssocID="{BA791450-8D1E-4A6F-B71D-2984D9E245C4}" presName="sibTrans" presStyleCnt="0"/>
      <dgm:spPr/>
    </dgm:pt>
    <dgm:pt modelId="{D979F3CB-14D7-4099-9687-873464E7D066}" type="pres">
      <dgm:prSet presAssocID="{4D7D34C7-9466-4514-BF51-7396C17436B5}" presName="compNode" presStyleCnt="0"/>
      <dgm:spPr/>
    </dgm:pt>
    <dgm:pt modelId="{1E01C676-29C6-4774-AEC9-68B6C5D9F418}" type="pres">
      <dgm:prSet presAssocID="{4D7D34C7-9466-4514-BF51-7396C17436B5}" presName="bgRect" presStyleLbl="bgShp" presStyleIdx="1" presStyleCnt="5"/>
      <dgm:spPr/>
    </dgm:pt>
    <dgm:pt modelId="{0962C473-ABA3-4966-AA27-498EC89C4CBE}" type="pres">
      <dgm:prSet presAssocID="{4D7D34C7-9466-4514-BF51-7396C17436B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4EE80C75-F79E-4B7D-A0A8-B43A35CD9F95}" type="pres">
      <dgm:prSet presAssocID="{4D7D34C7-9466-4514-BF51-7396C17436B5}" presName="spaceRect" presStyleCnt="0"/>
      <dgm:spPr/>
    </dgm:pt>
    <dgm:pt modelId="{3295CE71-35CA-445F-9E80-2AEA71642403}" type="pres">
      <dgm:prSet presAssocID="{4D7D34C7-9466-4514-BF51-7396C17436B5}" presName="parTx" presStyleLbl="revTx" presStyleIdx="1" presStyleCnt="5">
        <dgm:presLayoutVars>
          <dgm:chMax val="0"/>
          <dgm:chPref val="0"/>
        </dgm:presLayoutVars>
      </dgm:prSet>
      <dgm:spPr/>
    </dgm:pt>
    <dgm:pt modelId="{06D64BF6-1006-4CDC-9F10-B01F3495DCC2}" type="pres">
      <dgm:prSet presAssocID="{483498F9-A0C2-4668-85AB-D8E6E254F73B}" presName="sibTrans" presStyleCnt="0"/>
      <dgm:spPr/>
    </dgm:pt>
    <dgm:pt modelId="{DF3A92D9-039C-4977-B063-B2E65095E6A6}" type="pres">
      <dgm:prSet presAssocID="{8E185869-F0D4-43E2-B08A-2F3E83EE98F3}" presName="compNode" presStyleCnt="0"/>
      <dgm:spPr/>
    </dgm:pt>
    <dgm:pt modelId="{3EF8E300-76F0-434C-937B-E728E64D472E}" type="pres">
      <dgm:prSet presAssocID="{8E185869-F0D4-43E2-B08A-2F3E83EE98F3}" presName="bgRect" presStyleLbl="bgShp" presStyleIdx="2" presStyleCnt="5"/>
      <dgm:spPr/>
    </dgm:pt>
    <dgm:pt modelId="{FD617469-2EB6-4CF2-9BA7-C598D4BE771C}" type="pres">
      <dgm:prSet presAssocID="{8E185869-F0D4-43E2-B08A-2F3E83EE98F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6FD7711B-537A-42C7-9042-8F19C94E6B60}" type="pres">
      <dgm:prSet presAssocID="{8E185869-F0D4-43E2-B08A-2F3E83EE98F3}" presName="spaceRect" presStyleCnt="0"/>
      <dgm:spPr/>
    </dgm:pt>
    <dgm:pt modelId="{4122E241-44C3-4C04-8C64-C7CD748A754E}" type="pres">
      <dgm:prSet presAssocID="{8E185869-F0D4-43E2-B08A-2F3E83EE98F3}" presName="parTx" presStyleLbl="revTx" presStyleIdx="2" presStyleCnt="5">
        <dgm:presLayoutVars>
          <dgm:chMax val="0"/>
          <dgm:chPref val="0"/>
        </dgm:presLayoutVars>
      </dgm:prSet>
      <dgm:spPr/>
    </dgm:pt>
    <dgm:pt modelId="{483E0AA2-1A62-4DA1-B090-CBC8EDFD1543}" type="pres">
      <dgm:prSet presAssocID="{77D0876E-2BA2-4E28-ADB5-9885FCB7156A}" presName="sibTrans" presStyleCnt="0"/>
      <dgm:spPr/>
    </dgm:pt>
    <dgm:pt modelId="{0D51C2B1-50B2-4F2B-9F09-3F8BAE260DC8}" type="pres">
      <dgm:prSet presAssocID="{00B98888-03FB-4D1C-881C-6D0DB3CBC51D}" presName="compNode" presStyleCnt="0"/>
      <dgm:spPr/>
    </dgm:pt>
    <dgm:pt modelId="{97A9E37A-C1CE-48BC-BA28-65FAF6AB3D3F}" type="pres">
      <dgm:prSet presAssocID="{00B98888-03FB-4D1C-881C-6D0DB3CBC51D}" presName="bgRect" presStyleLbl="bgShp" presStyleIdx="3" presStyleCnt="5"/>
      <dgm:spPr/>
    </dgm:pt>
    <dgm:pt modelId="{0CEF3DAD-ED60-4181-A1E1-7D42236871DC}" type="pres">
      <dgm:prSet presAssocID="{00B98888-03FB-4D1C-881C-6D0DB3CBC51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B6B4162-3D6E-44A4-983F-97FDE58E0249}" type="pres">
      <dgm:prSet presAssocID="{00B98888-03FB-4D1C-881C-6D0DB3CBC51D}" presName="spaceRect" presStyleCnt="0"/>
      <dgm:spPr/>
    </dgm:pt>
    <dgm:pt modelId="{C8FB431F-A7EA-4A18-BEC5-E2F7F5959499}" type="pres">
      <dgm:prSet presAssocID="{00B98888-03FB-4D1C-881C-6D0DB3CBC51D}" presName="parTx" presStyleLbl="revTx" presStyleIdx="3" presStyleCnt="5">
        <dgm:presLayoutVars>
          <dgm:chMax val="0"/>
          <dgm:chPref val="0"/>
        </dgm:presLayoutVars>
      </dgm:prSet>
      <dgm:spPr/>
    </dgm:pt>
    <dgm:pt modelId="{6E1270C8-371B-4533-BC2D-B33766A3F7C5}" type="pres">
      <dgm:prSet presAssocID="{C2CFB3DE-20B2-40BB-A1FE-DD10C76D9D72}" presName="sibTrans" presStyleCnt="0"/>
      <dgm:spPr/>
    </dgm:pt>
    <dgm:pt modelId="{8C022CC8-6E0B-40AA-B5E0-2CA93B22B891}" type="pres">
      <dgm:prSet presAssocID="{12A9216C-EE64-4F29-8F07-4CE7DF6C03AD}" presName="compNode" presStyleCnt="0"/>
      <dgm:spPr/>
    </dgm:pt>
    <dgm:pt modelId="{41808EAF-552C-494E-9B3C-F1F927279086}" type="pres">
      <dgm:prSet presAssocID="{12A9216C-EE64-4F29-8F07-4CE7DF6C03AD}" presName="bgRect" presStyleLbl="bgShp" presStyleIdx="4" presStyleCnt="5"/>
      <dgm:spPr/>
    </dgm:pt>
    <dgm:pt modelId="{8D075873-06A0-4000-BAB2-D35FD6C21C56}" type="pres">
      <dgm:prSet presAssocID="{12A9216C-EE64-4F29-8F07-4CE7DF6C03AD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077F136A-E36C-4080-8268-FE33DBB65978}" type="pres">
      <dgm:prSet presAssocID="{12A9216C-EE64-4F29-8F07-4CE7DF6C03AD}" presName="spaceRect" presStyleCnt="0"/>
      <dgm:spPr/>
    </dgm:pt>
    <dgm:pt modelId="{14BA6971-E4C6-483B-8583-C000DF775F4E}" type="pres">
      <dgm:prSet presAssocID="{12A9216C-EE64-4F29-8F07-4CE7DF6C03AD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01BA4E08-B886-41C1-BE83-157179447FD5}" type="presOf" srcId="{4D7D34C7-9466-4514-BF51-7396C17436B5}" destId="{3295CE71-35CA-445F-9E80-2AEA71642403}" srcOrd="0" destOrd="0" presId="urn:microsoft.com/office/officeart/2018/2/layout/IconVerticalSolidList"/>
    <dgm:cxn modelId="{DB5EE410-C203-4C63-ADDE-1EDB6317C502}" type="presOf" srcId="{00B98888-03FB-4D1C-881C-6D0DB3CBC51D}" destId="{C8FB431F-A7EA-4A18-BEC5-E2F7F5959499}" srcOrd="0" destOrd="0" presId="urn:microsoft.com/office/officeart/2018/2/layout/IconVerticalSolidList"/>
    <dgm:cxn modelId="{7EEBEB1B-497E-4365-84F9-FBB75D7759E5}" srcId="{7B62DEA7-9DCD-4B2E-9DC5-BE121C266AFD}" destId="{4D7D34C7-9466-4514-BF51-7396C17436B5}" srcOrd="1" destOrd="0" parTransId="{37DD6CE0-C2AA-4EB6-9E7D-14AED2127C40}" sibTransId="{483498F9-A0C2-4668-85AB-D8E6E254F73B}"/>
    <dgm:cxn modelId="{13FBB35F-ABFC-4AA3-971B-33265E7C2F9C}" srcId="{7B62DEA7-9DCD-4B2E-9DC5-BE121C266AFD}" destId="{00B98888-03FB-4D1C-881C-6D0DB3CBC51D}" srcOrd="3" destOrd="0" parTransId="{502F8E5A-2E8F-44AE-81DB-FDF5FBD59F4C}" sibTransId="{C2CFB3DE-20B2-40BB-A1FE-DD10C76D9D72}"/>
    <dgm:cxn modelId="{7F970F62-30E3-4F5B-A242-825013BF84A8}" srcId="{7B62DEA7-9DCD-4B2E-9DC5-BE121C266AFD}" destId="{8E185869-F0D4-43E2-B08A-2F3E83EE98F3}" srcOrd="2" destOrd="0" parTransId="{7EE27099-92EA-4EDF-B176-0E355876D272}" sibTransId="{77D0876E-2BA2-4E28-ADB5-9885FCB7156A}"/>
    <dgm:cxn modelId="{21EB7847-13AE-4881-9090-909F31360F4E}" srcId="{7B62DEA7-9DCD-4B2E-9DC5-BE121C266AFD}" destId="{41CDB9B8-E81E-41E7-AE89-8F6EDFC88D92}" srcOrd="0" destOrd="0" parTransId="{5D2FF527-BA77-40BE-9414-16FAE46386BB}" sibTransId="{BA791450-8D1E-4A6F-B71D-2984D9E245C4}"/>
    <dgm:cxn modelId="{B7616BBD-9959-4A9D-AD17-D34FF3C14326}" type="presOf" srcId="{12A9216C-EE64-4F29-8F07-4CE7DF6C03AD}" destId="{14BA6971-E4C6-483B-8583-C000DF775F4E}" srcOrd="0" destOrd="0" presId="urn:microsoft.com/office/officeart/2018/2/layout/IconVerticalSolidList"/>
    <dgm:cxn modelId="{99A103CC-92F1-486F-AD30-843260696085}" type="presOf" srcId="{8E185869-F0D4-43E2-B08A-2F3E83EE98F3}" destId="{4122E241-44C3-4C04-8C64-C7CD748A754E}" srcOrd="0" destOrd="0" presId="urn:microsoft.com/office/officeart/2018/2/layout/IconVerticalSolidList"/>
    <dgm:cxn modelId="{C4438BE0-524B-4A80-8434-C146D52BA2B8}" srcId="{7B62DEA7-9DCD-4B2E-9DC5-BE121C266AFD}" destId="{12A9216C-EE64-4F29-8F07-4CE7DF6C03AD}" srcOrd="4" destOrd="0" parTransId="{3F13C3C6-EE5B-48F8-9D7C-0AC6BA753AB3}" sibTransId="{BC169D9E-48E5-4DAF-A4F6-889C40BD014B}"/>
    <dgm:cxn modelId="{E33BB5E1-5974-4CD4-A798-147415219014}" type="presOf" srcId="{41CDB9B8-E81E-41E7-AE89-8F6EDFC88D92}" destId="{6749AD31-2A7F-4D42-8CD5-8D3DE1365525}" srcOrd="0" destOrd="0" presId="urn:microsoft.com/office/officeart/2018/2/layout/IconVerticalSolidList"/>
    <dgm:cxn modelId="{DD25A0EC-801D-4FCE-9D0E-BA1813DDBE3F}" type="presOf" srcId="{7B62DEA7-9DCD-4B2E-9DC5-BE121C266AFD}" destId="{4A75CE79-E818-4919-B4B7-3029B5D8E879}" srcOrd="0" destOrd="0" presId="urn:microsoft.com/office/officeart/2018/2/layout/IconVerticalSolidList"/>
    <dgm:cxn modelId="{6470FC90-C1D4-4063-8B01-6917CB531D64}" type="presParOf" srcId="{4A75CE79-E818-4919-B4B7-3029B5D8E879}" destId="{ECAB2026-E877-480D-BB54-0927BD6CD38A}" srcOrd="0" destOrd="0" presId="urn:microsoft.com/office/officeart/2018/2/layout/IconVerticalSolidList"/>
    <dgm:cxn modelId="{217FDABA-3EC6-444B-886C-3ABB3BDD09FA}" type="presParOf" srcId="{ECAB2026-E877-480D-BB54-0927BD6CD38A}" destId="{1757F6EE-A6FF-4A3C-81D2-6DA6E25A8FB0}" srcOrd="0" destOrd="0" presId="urn:microsoft.com/office/officeart/2018/2/layout/IconVerticalSolidList"/>
    <dgm:cxn modelId="{4B1B0CB3-CD07-4919-86E7-5FA602C48E6B}" type="presParOf" srcId="{ECAB2026-E877-480D-BB54-0927BD6CD38A}" destId="{DF40C75D-350B-43DB-84AC-3CDCF092B395}" srcOrd="1" destOrd="0" presId="urn:microsoft.com/office/officeart/2018/2/layout/IconVerticalSolidList"/>
    <dgm:cxn modelId="{6B579B98-6B5B-41D8-B99B-CD2B892317B1}" type="presParOf" srcId="{ECAB2026-E877-480D-BB54-0927BD6CD38A}" destId="{8E8AC4E2-D78D-4FD0-A7CB-20C07D6869D7}" srcOrd="2" destOrd="0" presId="urn:microsoft.com/office/officeart/2018/2/layout/IconVerticalSolidList"/>
    <dgm:cxn modelId="{6CC146A3-FF9B-4C21-98E3-60FB4AAD4C12}" type="presParOf" srcId="{ECAB2026-E877-480D-BB54-0927BD6CD38A}" destId="{6749AD31-2A7F-4D42-8CD5-8D3DE1365525}" srcOrd="3" destOrd="0" presId="urn:microsoft.com/office/officeart/2018/2/layout/IconVerticalSolidList"/>
    <dgm:cxn modelId="{22228161-8230-4E13-9E28-EE4F12E35D1A}" type="presParOf" srcId="{4A75CE79-E818-4919-B4B7-3029B5D8E879}" destId="{11075690-A812-4ABD-A6C2-2009E9657634}" srcOrd="1" destOrd="0" presId="urn:microsoft.com/office/officeart/2018/2/layout/IconVerticalSolidList"/>
    <dgm:cxn modelId="{89F8FEB8-CDCA-416C-96C8-D41D78F97EA9}" type="presParOf" srcId="{4A75CE79-E818-4919-B4B7-3029B5D8E879}" destId="{D979F3CB-14D7-4099-9687-873464E7D066}" srcOrd="2" destOrd="0" presId="urn:microsoft.com/office/officeart/2018/2/layout/IconVerticalSolidList"/>
    <dgm:cxn modelId="{D54198AE-E625-4EA6-9EAA-2EEF5DBD84A1}" type="presParOf" srcId="{D979F3CB-14D7-4099-9687-873464E7D066}" destId="{1E01C676-29C6-4774-AEC9-68B6C5D9F418}" srcOrd="0" destOrd="0" presId="urn:microsoft.com/office/officeart/2018/2/layout/IconVerticalSolidList"/>
    <dgm:cxn modelId="{8C1E7886-7F0C-4DCC-8480-C622E58CE1B6}" type="presParOf" srcId="{D979F3CB-14D7-4099-9687-873464E7D066}" destId="{0962C473-ABA3-4966-AA27-498EC89C4CBE}" srcOrd="1" destOrd="0" presId="urn:microsoft.com/office/officeart/2018/2/layout/IconVerticalSolidList"/>
    <dgm:cxn modelId="{444F5FDA-99F8-443A-B5FC-C737463C2684}" type="presParOf" srcId="{D979F3CB-14D7-4099-9687-873464E7D066}" destId="{4EE80C75-F79E-4B7D-A0A8-B43A35CD9F95}" srcOrd="2" destOrd="0" presId="urn:microsoft.com/office/officeart/2018/2/layout/IconVerticalSolidList"/>
    <dgm:cxn modelId="{8CFA9215-A243-4BF9-A0C5-3D722B456066}" type="presParOf" srcId="{D979F3CB-14D7-4099-9687-873464E7D066}" destId="{3295CE71-35CA-445F-9E80-2AEA71642403}" srcOrd="3" destOrd="0" presId="urn:microsoft.com/office/officeart/2018/2/layout/IconVerticalSolidList"/>
    <dgm:cxn modelId="{62BCCC9E-B1D0-4604-A844-70F92F2B322D}" type="presParOf" srcId="{4A75CE79-E818-4919-B4B7-3029B5D8E879}" destId="{06D64BF6-1006-4CDC-9F10-B01F3495DCC2}" srcOrd="3" destOrd="0" presId="urn:microsoft.com/office/officeart/2018/2/layout/IconVerticalSolidList"/>
    <dgm:cxn modelId="{8ACF7F89-79A8-48AA-B57F-EBA1C7A16C8B}" type="presParOf" srcId="{4A75CE79-E818-4919-B4B7-3029B5D8E879}" destId="{DF3A92D9-039C-4977-B063-B2E65095E6A6}" srcOrd="4" destOrd="0" presId="urn:microsoft.com/office/officeart/2018/2/layout/IconVerticalSolidList"/>
    <dgm:cxn modelId="{3BA07915-9D9C-4942-B6FF-2514F1118E98}" type="presParOf" srcId="{DF3A92D9-039C-4977-B063-B2E65095E6A6}" destId="{3EF8E300-76F0-434C-937B-E728E64D472E}" srcOrd="0" destOrd="0" presId="urn:microsoft.com/office/officeart/2018/2/layout/IconVerticalSolidList"/>
    <dgm:cxn modelId="{9233237A-49DB-4748-86E6-962ED9229DCA}" type="presParOf" srcId="{DF3A92D9-039C-4977-B063-B2E65095E6A6}" destId="{FD617469-2EB6-4CF2-9BA7-C598D4BE771C}" srcOrd="1" destOrd="0" presId="urn:microsoft.com/office/officeart/2018/2/layout/IconVerticalSolidList"/>
    <dgm:cxn modelId="{11150077-2341-4590-8BCD-84A41359BC25}" type="presParOf" srcId="{DF3A92D9-039C-4977-B063-B2E65095E6A6}" destId="{6FD7711B-537A-42C7-9042-8F19C94E6B60}" srcOrd="2" destOrd="0" presId="urn:microsoft.com/office/officeart/2018/2/layout/IconVerticalSolidList"/>
    <dgm:cxn modelId="{C8EDE8BB-8D99-4B2B-916C-74AD7CF10001}" type="presParOf" srcId="{DF3A92D9-039C-4977-B063-B2E65095E6A6}" destId="{4122E241-44C3-4C04-8C64-C7CD748A754E}" srcOrd="3" destOrd="0" presId="urn:microsoft.com/office/officeart/2018/2/layout/IconVerticalSolidList"/>
    <dgm:cxn modelId="{FA8A3506-A776-46E2-B71C-E17D897D3AED}" type="presParOf" srcId="{4A75CE79-E818-4919-B4B7-3029B5D8E879}" destId="{483E0AA2-1A62-4DA1-B090-CBC8EDFD1543}" srcOrd="5" destOrd="0" presId="urn:microsoft.com/office/officeart/2018/2/layout/IconVerticalSolidList"/>
    <dgm:cxn modelId="{8BC51A61-11A0-44EC-9B21-2F586AE085EC}" type="presParOf" srcId="{4A75CE79-E818-4919-B4B7-3029B5D8E879}" destId="{0D51C2B1-50B2-4F2B-9F09-3F8BAE260DC8}" srcOrd="6" destOrd="0" presId="urn:microsoft.com/office/officeart/2018/2/layout/IconVerticalSolidList"/>
    <dgm:cxn modelId="{FD5C832B-B140-474F-845F-0DBF9269D22E}" type="presParOf" srcId="{0D51C2B1-50B2-4F2B-9F09-3F8BAE260DC8}" destId="{97A9E37A-C1CE-48BC-BA28-65FAF6AB3D3F}" srcOrd="0" destOrd="0" presId="urn:microsoft.com/office/officeart/2018/2/layout/IconVerticalSolidList"/>
    <dgm:cxn modelId="{1E2CCDAB-AF40-42EF-9384-9FFEFE92EDA7}" type="presParOf" srcId="{0D51C2B1-50B2-4F2B-9F09-3F8BAE260DC8}" destId="{0CEF3DAD-ED60-4181-A1E1-7D42236871DC}" srcOrd="1" destOrd="0" presId="urn:microsoft.com/office/officeart/2018/2/layout/IconVerticalSolidList"/>
    <dgm:cxn modelId="{1B21711A-372F-4E7D-8E61-1D1B93313301}" type="presParOf" srcId="{0D51C2B1-50B2-4F2B-9F09-3F8BAE260DC8}" destId="{BB6B4162-3D6E-44A4-983F-97FDE58E0249}" srcOrd="2" destOrd="0" presId="urn:microsoft.com/office/officeart/2018/2/layout/IconVerticalSolidList"/>
    <dgm:cxn modelId="{7D8DC950-E5CF-43B7-A472-8BBD68014752}" type="presParOf" srcId="{0D51C2B1-50B2-4F2B-9F09-3F8BAE260DC8}" destId="{C8FB431F-A7EA-4A18-BEC5-E2F7F5959499}" srcOrd="3" destOrd="0" presId="urn:microsoft.com/office/officeart/2018/2/layout/IconVerticalSolidList"/>
    <dgm:cxn modelId="{12A37A23-6DEE-41B7-9961-EE7B6A01938F}" type="presParOf" srcId="{4A75CE79-E818-4919-B4B7-3029B5D8E879}" destId="{6E1270C8-371B-4533-BC2D-B33766A3F7C5}" srcOrd="7" destOrd="0" presId="urn:microsoft.com/office/officeart/2018/2/layout/IconVerticalSolidList"/>
    <dgm:cxn modelId="{8CE51BC9-910C-4DF4-9D69-8C58C3462875}" type="presParOf" srcId="{4A75CE79-E818-4919-B4B7-3029B5D8E879}" destId="{8C022CC8-6E0B-40AA-B5E0-2CA93B22B891}" srcOrd="8" destOrd="0" presId="urn:microsoft.com/office/officeart/2018/2/layout/IconVerticalSolidList"/>
    <dgm:cxn modelId="{5B906F0E-D57A-4D98-A639-3D45A447E2D0}" type="presParOf" srcId="{8C022CC8-6E0B-40AA-B5E0-2CA93B22B891}" destId="{41808EAF-552C-494E-9B3C-F1F927279086}" srcOrd="0" destOrd="0" presId="urn:microsoft.com/office/officeart/2018/2/layout/IconVerticalSolidList"/>
    <dgm:cxn modelId="{AB1FB2EC-2652-49D1-AE1F-963F3BE40F1F}" type="presParOf" srcId="{8C022CC8-6E0B-40AA-B5E0-2CA93B22B891}" destId="{8D075873-06A0-4000-BAB2-D35FD6C21C56}" srcOrd="1" destOrd="0" presId="urn:microsoft.com/office/officeart/2018/2/layout/IconVerticalSolidList"/>
    <dgm:cxn modelId="{E0954972-EC27-4149-AB53-221EFBBCE2DC}" type="presParOf" srcId="{8C022CC8-6E0B-40AA-B5E0-2CA93B22B891}" destId="{077F136A-E36C-4080-8268-FE33DBB65978}" srcOrd="2" destOrd="0" presId="urn:microsoft.com/office/officeart/2018/2/layout/IconVerticalSolidList"/>
    <dgm:cxn modelId="{14B5F44B-3C67-432D-BBF1-A54BEC8A38EF}" type="presParOf" srcId="{8C022CC8-6E0B-40AA-B5E0-2CA93B22B891}" destId="{14BA6971-E4C6-483B-8583-C000DF775F4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EEF483B-CFC3-43D5-ABD3-D61362155C9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F4519C09-3095-4476-A938-A721E351350B}">
      <dgm:prSet phldrT="[Text]"/>
      <dgm:spPr/>
      <dgm:t>
        <a:bodyPr/>
        <a:lstStyle/>
        <a:p>
          <a:r>
            <a:rPr lang="en-GB" dirty="0"/>
            <a:t>Dashboard Microservice</a:t>
          </a:r>
        </a:p>
      </dgm:t>
    </dgm:pt>
    <dgm:pt modelId="{9E58E0F8-D6E6-4D6A-B90B-F54CBD70F66F}" type="parTrans" cxnId="{82B0BF26-2E9A-49EF-B040-D36E33A87EDA}">
      <dgm:prSet/>
      <dgm:spPr/>
      <dgm:t>
        <a:bodyPr/>
        <a:lstStyle/>
        <a:p>
          <a:endParaRPr lang="en-GB"/>
        </a:p>
      </dgm:t>
    </dgm:pt>
    <dgm:pt modelId="{DEC1980A-EAD0-400E-9D71-BE3CCEC2F1D2}" type="sibTrans" cxnId="{82B0BF26-2E9A-49EF-B040-D36E33A87EDA}">
      <dgm:prSet/>
      <dgm:spPr/>
      <dgm:t>
        <a:bodyPr/>
        <a:lstStyle/>
        <a:p>
          <a:endParaRPr lang="en-GB"/>
        </a:p>
      </dgm:t>
    </dgm:pt>
    <dgm:pt modelId="{5BAFD0CB-54FA-4C10-9A06-D8D1C41325FC}">
      <dgm:prSet phldrT="[Text]"/>
      <dgm:spPr/>
      <dgm:t>
        <a:bodyPr/>
        <a:lstStyle/>
        <a:p>
          <a:r>
            <a:rPr lang="en-GB" dirty="0"/>
            <a:t>Microservice</a:t>
          </a:r>
        </a:p>
      </dgm:t>
    </dgm:pt>
    <dgm:pt modelId="{AEEE5A26-915A-4239-86D8-7051F03A7458}" type="parTrans" cxnId="{446B988F-D7C2-4413-A156-28CA568A9B45}">
      <dgm:prSet/>
      <dgm:spPr/>
      <dgm:t>
        <a:bodyPr/>
        <a:lstStyle/>
        <a:p>
          <a:endParaRPr lang="en-GB"/>
        </a:p>
      </dgm:t>
    </dgm:pt>
    <dgm:pt modelId="{140EBB8A-4A41-4B65-8074-198A8E2FED87}" type="sibTrans" cxnId="{446B988F-D7C2-4413-A156-28CA568A9B45}">
      <dgm:prSet/>
      <dgm:spPr/>
      <dgm:t>
        <a:bodyPr/>
        <a:lstStyle/>
        <a:p>
          <a:endParaRPr lang="en-GB"/>
        </a:p>
      </dgm:t>
    </dgm:pt>
    <dgm:pt modelId="{D0D82662-7388-4EE7-9A5E-B021970B4005}">
      <dgm:prSet phldrT="[Text]"/>
      <dgm:spPr/>
      <dgm:t>
        <a:bodyPr/>
        <a:lstStyle/>
        <a:p>
          <a:r>
            <a:rPr lang="en-GB" dirty="0"/>
            <a:t>Retraction Stern PCB</a:t>
          </a:r>
        </a:p>
      </dgm:t>
    </dgm:pt>
    <dgm:pt modelId="{A5AE90A2-2B0C-4BEC-8CE8-B8EA9659D7E2}" type="parTrans" cxnId="{BFF2AEB1-75B9-4844-B343-4CAD630EA972}">
      <dgm:prSet/>
      <dgm:spPr/>
      <dgm:t>
        <a:bodyPr/>
        <a:lstStyle/>
        <a:p>
          <a:endParaRPr lang="en-GB"/>
        </a:p>
      </dgm:t>
    </dgm:pt>
    <dgm:pt modelId="{00F4D472-11FB-4A23-B00D-4257F8D14F7A}" type="sibTrans" cxnId="{BFF2AEB1-75B9-4844-B343-4CAD630EA972}">
      <dgm:prSet/>
      <dgm:spPr/>
      <dgm:t>
        <a:bodyPr/>
        <a:lstStyle/>
        <a:p>
          <a:endParaRPr lang="en-GB"/>
        </a:p>
      </dgm:t>
    </dgm:pt>
    <dgm:pt modelId="{815DB9A9-1334-46FD-A5EC-66E2922FD3F8}" type="pres">
      <dgm:prSet presAssocID="{2EEF483B-CFC3-43D5-ABD3-D61362155C92}" presName="Name0" presStyleCnt="0">
        <dgm:presLayoutVars>
          <dgm:dir/>
          <dgm:resizeHandles val="exact"/>
        </dgm:presLayoutVars>
      </dgm:prSet>
      <dgm:spPr/>
    </dgm:pt>
    <dgm:pt modelId="{F5BAE796-6B3E-4008-8197-437E922C7C0C}" type="pres">
      <dgm:prSet presAssocID="{F4519C09-3095-4476-A938-A721E351350B}" presName="node" presStyleLbl="node1" presStyleIdx="0" presStyleCnt="3">
        <dgm:presLayoutVars>
          <dgm:bulletEnabled val="1"/>
        </dgm:presLayoutVars>
      </dgm:prSet>
      <dgm:spPr/>
    </dgm:pt>
    <dgm:pt modelId="{F25B5AD7-DB33-4E05-B077-30D49234D513}" type="pres">
      <dgm:prSet presAssocID="{DEC1980A-EAD0-400E-9D71-BE3CCEC2F1D2}" presName="sibTrans" presStyleLbl="sibTrans2D1" presStyleIdx="0" presStyleCnt="2" custScaleX="190500"/>
      <dgm:spPr>
        <a:prstGeom prst="leftRightArrow">
          <a:avLst/>
        </a:prstGeom>
      </dgm:spPr>
    </dgm:pt>
    <dgm:pt modelId="{FE376724-D4B8-4603-9B98-31B921C5CEA7}" type="pres">
      <dgm:prSet presAssocID="{DEC1980A-EAD0-400E-9D71-BE3CCEC2F1D2}" presName="connectorText" presStyleLbl="sibTrans2D1" presStyleIdx="0" presStyleCnt="2"/>
      <dgm:spPr/>
    </dgm:pt>
    <dgm:pt modelId="{27115990-3A1A-40D5-A811-6691A10E4BC0}" type="pres">
      <dgm:prSet presAssocID="{5BAFD0CB-54FA-4C10-9A06-D8D1C41325FC}" presName="node" presStyleLbl="node1" presStyleIdx="1" presStyleCnt="3">
        <dgm:presLayoutVars>
          <dgm:bulletEnabled val="1"/>
        </dgm:presLayoutVars>
      </dgm:prSet>
      <dgm:spPr/>
    </dgm:pt>
    <dgm:pt modelId="{8DC17188-7174-4C81-AAEF-34F788616D4B}" type="pres">
      <dgm:prSet presAssocID="{140EBB8A-4A41-4B65-8074-198A8E2FED87}" presName="sibTrans" presStyleLbl="sibTrans2D1" presStyleIdx="1" presStyleCnt="2" custScaleX="178066"/>
      <dgm:spPr>
        <a:prstGeom prst="leftRightArrow">
          <a:avLst/>
        </a:prstGeom>
      </dgm:spPr>
    </dgm:pt>
    <dgm:pt modelId="{F8DC6856-5FED-48B3-AD94-989CAD3795B0}" type="pres">
      <dgm:prSet presAssocID="{140EBB8A-4A41-4B65-8074-198A8E2FED87}" presName="connectorText" presStyleLbl="sibTrans2D1" presStyleIdx="1" presStyleCnt="2"/>
      <dgm:spPr/>
    </dgm:pt>
    <dgm:pt modelId="{409E8C2A-721D-4112-A031-2493EB157C93}" type="pres">
      <dgm:prSet presAssocID="{D0D82662-7388-4EE7-9A5E-B021970B4005}" presName="node" presStyleLbl="node1" presStyleIdx="2" presStyleCnt="3">
        <dgm:presLayoutVars>
          <dgm:bulletEnabled val="1"/>
        </dgm:presLayoutVars>
      </dgm:prSet>
      <dgm:spPr/>
    </dgm:pt>
  </dgm:ptLst>
  <dgm:cxnLst>
    <dgm:cxn modelId="{82B0BF26-2E9A-49EF-B040-D36E33A87EDA}" srcId="{2EEF483B-CFC3-43D5-ABD3-D61362155C92}" destId="{F4519C09-3095-4476-A938-A721E351350B}" srcOrd="0" destOrd="0" parTransId="{9E58E0F8-D6E6-4D6A-B90B-F54CBD70F66F}" sibTransId="{DEC1980A-EAD0-400E-9D71-BE3CCEC2F1D2}"/>
    <dgm:cxn modelId="{06D96B6D-8D42-458D-8454-561991F27DB4}" type="presOf" srcId="{F4519C09-3095-4476-A938-A721E351350B}" destId="{F5BAE796-6B3E-4008-8197-437E922C7C0C}" srcOrd="0" destOrd="0" presId="urn:microsoft.com/office/officeart/2005/8/layout/process1"/>
    <dgm:cxn modelId="{96C99353-5CC2-4383-971E-522D0A2D6DEB}" type="presOf" srcId="{2EEF483B-CFC3-43D5-ABD3-D61362155C92}" destId="{815DB9A9-1334-46FD-A5EC-66E2922FD3F8}" srcOrd="0" destOrd="0" presId="urn:microsoft.com/office/officeart/2005/8/layout/process1"/>
    <dgm:cxn modelId="{3AD9C453-FBC9-4356-89FA-D93C2BD5E633}" type="presOf" srcId="{5BAFD0CB-54FA-4C10-9A06-D8D1C41325FC}" destId="{27115990-3A1A-40D5-A811-6691A10E4BC0}" srcOrd="0" destOrd="0" presId="urn:microsoft.com/office/officeart/2005/8/layout/process1"/>
    <dgm:cxn modelId="{446B988F-D7C2-4413-A156-28CA568A9B45}" srcId="{2EEF483B-CFC3-43D5-ABD3-D61362155C92}" destId="{5BAFD0CB-54FA-4C10-9A06-D8D1C41325FC}" srcOrd="1" destOrd="0" parTransId="{AEEE5A26-915A-4239-86D8-7051F03A7458}" sibTransId="{140EBB8A-4A41-4B65-8074-198A8E2FED87}"/>
    <dgm:cxn modelId="{7479429D-57B8-4C90-8FA0-823E00AF0303}" type="presOf" srcId="{DEC1980A-EAD0-400E-9D71-BE3CCEC2F1D2}" destId="{F25B5AD7-DB33-4E05-B077-30D49234D513}" srcOrd="0" destOrd="0" presId="urn:microsoft.com/office/officeart/2005/8/layout/process1"/>
    <dgm:cxn modelId="{BFF2AEB1-75B9-4844-B343-4CAD630EA972}" srcId="{2EEF483B-CFC3-43D5-ABD3-D61362155C92}" destId="{D0D82662-7388-4EE7-9A5E-B021970B4005}" srcOrd="2" destOrd="0" parTransId="{A5AE90A2-2B0C-4BEC-8CE8-B8EA9659D7E2}" sibTransId="{00F4D472-11FB-4A23-B00D-4257F8D14F7A}"/>
    <dgm:cxn modelId="{25A7BBC1-F960-48DD-9954-9B938D883507}" type="presOf" srcId="{140EBB8A-4A41-4B65-8074-198A8E2FED87}" destId="{F8DC6856-5FED-48B3-AD94-989CAD3795B0}" srcOrd="1" destOrd="0" presId="urn:microsoft.com/office/officeart/2005/8/layout/process1"/>
    <dgm:cxn modelId="{C44703C9-3173-4687-AD5A-47A1E0124FDC}" type="presOf" srcId="{D0D82662-7388-4EE7-9A5E-B021970B4005}" destId="{409E8C2A-721D-4112-A031-2493EB157C93}" srcOrd="0" destOrd="0" presId="urn:microsoft.com/office/officeart/2005/8/layout/process1"/>
    <dgm:cxn modelId="{6214B0CD-9934-45E5-A8A4-52C3EEDE8ED4}" type="presOf" srcId="{DEC1980A-EAD0-400E-9D71-BE3CCEC2F1D2}" destId="{FE376724-D4B8-4603-9B98-31B921C5CEA7}" srcOrd="1" destOrd="0" presId="urn:microsoft.com/office/officeart/2005/8/layout/process1"/>
    <dgm:cxn modelId="{0B816CFA-CC9F-45EB-9E3E-266C40CDFC70}" type="presOf" srcId="{140EBB8A-4A41-4B65-8074-198A8E2FED87}" destId="{8DC17188-7174-4C81-AAEF-34F788616D4B}" srcOrd="0" destOrd="0" presId="urn:microsoft.com/office/officeart/2005/8/layout/process1"/>
    <dgm:cxn modelId="{9DDD93F1-13D6-4D9D-B02B-75CD448EE778}" type="presParOf" srcId="{815DB9A9-1334-46FD-A5EC-66E2922FD3F8}" destId="{F5BAE796-6B3E-4008-8197-437E922C7C0C}" srcOrd="0" destOrd="0" presId="urn:microsoft.com/office/officeart/2005/8/layout/process1"/>
    <dgm:cxn modelId="{E3C895EC-15C2-4F1F-925B-7B51AC3742FE}" type="presParOf" srcId="{815DB9A9-1334-46FD-A5EC-66E2922FD3F8}" destId="{F25B5AD7-DB33-4E05-B077-30D49234D513}" srcOrd="1" destOrd="0" presId="urn:microsoft.com/office/officeart/2005/8/layout/process1"/>
    <dgm:cxn modelId="{B95C3F9C-5CD4-418C-9992-35549063EE09}" type="presParOf" srcId="{F25B5AD7-DB33-4E05-B077-30D49234D513}" destId="{FE376724-D4B8-4603-9B98-31B921C5CEA7}" srcOrd="0" destOrd="0" presId="urn:microsoft.com/office/officeart/2005/8/layout/process1"/>
    <dgm:cxn modelId="{FD38075E-A679-4510-8FBE-D960D32F8311}" type="presParOf" srcId="{815DB9A9-1334-46FD-A5EC-66E2922FD3F8}" destId="{27115990-3A1A-40D5-A811-6691A10E4BC0}" srcOrd="2" destOrd="0" presId="urn:microsoft.com/office/officeart/2005/8/layout/process1"/>
    <dgm:cxn modelId="{CF73A064-761A-4C9C-A2B2-9CEFC9A0C3E3}" type="presParOf" srcId="{815DB9A9-1334-46FD-A5EC-66E2922FD3F8}" destId="{8DC17188-7174-4C81-AAEF-34F788616D4B}" srcOrd="3" destOrd="0" presId="urn:microsoft.com/office/officeart/2005/8/layout/process1"/>
    <dgm:cxn modelId="{27CE45B8-A378-47B3-B750-3826B33E1C40}" type="presParOf" srcId="{8DC17188-7174-4C81-AAEF-34F788616D4B}" destId="{F8DC6856-5FED-48B3-AD94-989CAD3795B0}" srcOrd="0" destOrd="0" presId="urn:microsoft.com/office/officeart/2005/8/layout/process1"/>
    <dgm:cxn modelId="{8F7BA07C-24E8-422E-9DAE-33F70B6F36C4}" type="presParOf" srcId="{815DB9A9-1334-46FD-A5EC-66E2922FD3F8}" destId="{409E8C2A-721D-4112-A031-2493EB157C93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57F6EE-A6FF-4A3C-81D2-6DA6E25A8FB0}">
      <dsp:nvSpPr>
        <dsp:cNvPr id="0" name=""/>
        <dsp:cNvSpPr/>
      </dsp:nvSpPr>
      <dsp:spPr>
        <a:xfrm>
          <a:off x="0" y="2797"/>
          <a:ext cx="5793475" cy="59596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F40C75D-350B-43DB-84AC-3CDCF092B395}">
      <dsp:nvSpPr>
        <dsp:cNvPr id="0" name=""/>
        <dsp:cNvSpPr/>
      </dsp:nvSpPr>
      <dsp:spPr>
        <a:xfrm>
          <a:off x="180280" y="136890"/>
          <a:ext cx="327782" cy="3277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749AD31-2A7F-4D42-8CD5-8D3DE1365525}">
      <dsp:nvSpPr>
        <dsp:cNvPr id="0" name=""/>
        <dsp:cNvSpPr/>
      </dsp:nvSpPr>
      <dsp:spPr>
        <a:xfrm>
          <a:off x="688342" y="2797"/>
          <a:ext cx="5105132" cy="5959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073" tIns="63073" rIns="63073" bIns="63073" numCol="1" spcCol="1270" rtlCol="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noProof="0"/>
            <a:t>The company</a:t>
          </a:r>
        </a:p>
      </dsp:txBody>
      <dsp:txXfrm>
        <a:off x="688342" y="2797"/>
        <a:ext cx="5105132" cy="595967"/>
      </dsp:txXfrm>
    </dsp:sp>
    <dsp:sp modelId="{1E01C676-29C6-4774-AEC9-68B6C5D9F418}">
      <dsp:nvSpPr>
        <dsp:cNvPr id="0" name=""/>
        <dsp:cNvSpPr/>
      </dsp:nvSpPr>
      <dsp:spPr>
        <a:xfrm>
          <a:off x="0" y="747757"/>
          <a:ext cx="5793475" cy="59596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962C473-ABA3-4966-AA27-498EC89C4CBE}">
      <dsp:nvSpPr>
        <dsp:cNvPr id="0" name=""/>
        <dsp:cNvSpPr/>
      </dsp:nvSpPr>
      <dsp:spPr>
        <a:xfrm>
          <a:off x="180280" y="881849"/>
          <a:ext cx="327782" cy="3277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295CE71-35CA-445F-9E80-2AEA71642403}">
      <dsp:nvSpPr>
        <dsp:cNvPr id="0" name=""/>
        <dsp:cNvSpPr/>
      </dsp:nvSpPr>
      <dsp:spPr>
        <a:xfrm>
          <a:off x="688342" y="747757"/>
          <a:ext cx="5105132" cy="5959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073" tIns="63073" rIns="63073" bIns="63073" numCol="1" spcCol="1270" rtlCol="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noProof="0"/>
            <a:t>The project</a:t>
          </a:r>
        </a:p>
      </dsp:txBody>
      <dsp:txXfrm>
        <a:off x="688342" y="747757"/>
        <a:ext cx="5105132" cy="595967"/>
      </dsp:txXfrm>
    </dsp:sp>
    <dsp:sp modelId="{3EF8E300-76F0-434C-937B-E728E64D472E}">
      <dsp:nvSpPr>
        <dsp:cNvPr id="0" name=""/>
        <dsp:cNvSpPr/>
      </dsp:nvSpPr>
      <dsp:spPr>
        <a:xfrm>
          <a:off x="0" y="1492716"/>
          <a:ext cx="5793475" cy="59596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D617469-2EB6-4CF2-9BA7-C598D4BE771C}">
      <dsp:nvSpPr>
        <dsp:cNvPr id="0" name=""/>
        <dsp:cNvSpPr/>
      </dsp:nvSpPr>
      <dsp:spPr>
        <a:xfrm>
          <a:off x="180280" y="1626808"/>
          <a:ext cx="327782" cy="32778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122E241-44C3-4C04-8C64-C7CD748A754E}">
      <dsp:nvSpPr>
        <dsp:cNvPr id="0" name=""/>
        <dsp:cNvSpPr/>
      </dsp:nvSpPr>
      <dsp:spPr>
        <a:xfrm>
          <a:off x="688342" y="1492716"/>
          <a:ext cx="5105132" cy="5959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073" tIns="63073" rIns="63073" bIns="63073" numCol="1" spcCol="1270" rtlCol="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noProof="0"/>
            <a:t>The approach</a:t>
          </a:r>
        </a:p>
      </dsp:txBody>
      <dsp:txXfrm>
        <a:off x="688342" y="1492716"/>
        <a:ext cx="5105132" cy="595967"/>
      </dsp:txXfrm>
    </dsp:sp>
    <dsp:sp modelId="{97A9E37A-C1CE-48BC-BA28-65FAF6AB3D3F}">
      <dsp:nvSpPr>
        <dsp:cNvPr id="0" name=""/>
        <dsp:cNvSpPr/>
      </dsp:nvSpPr>
      <dsp:spPr>
        <a:xfrm>
          <a:off x="0" y="2237675"/>
          <a:ext cx="5793475" cy="59596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CEF3DAD-ED60-4181-A1E1-7D42236871DC}">
      <dsp:nvSpPr>
        <dsp:cNvPr id="0" name=""/>
        <dsp:cNvSpPr/>
      </dsp:nvSpPr>
      <dsp:spPr>
        <a:xfrm>
          <a:off x="180280" y="2371768"/>
          <a:ext cx="327782" cy="32778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8FB431F-A7EA-4A18-BEC5-E2F7F5959499}">
      <dsp:nvSpPr>
        <dsp:cNvPr id="0" name=""/>
        <dsp:cNvSpPr/>
      </dsp:nvSpPr>
      <dsp:spPr>
        <a:xfrm>
          <a:off x="688342" y="2237675"/>
          <a:ext cx="5105132" cy="5959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073" tIns="63073" rIns="63073" bIns="63073" numCol="1" spcCol="1270" rtlCol="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noProof="0"/>
            <a:t>Learning Curves</a:t>
          </a:r>
        </a:p>
      </dsp:txBody>
      <dsp:txXfrm>
        <a:off x="688342" y="2237675"/>
        <a:ext cx="5105132" cy="595967"/>
      </dsp:txXfrm>
    </dsp:sp>
    <dsp:sp modelId="{41808EAF-552C-494E-9B3C-F1F927279086}">
      <dsp:nvSpPr>
        <dsp:cNvPr id="0" name=""/>
        <dsp:cNvSpPr/>
      </dsp:nvSpPr>
      <dsp:spPr>
        <a:xfrm>
          <a:off x="0" y="2982634"/>
          <a:ext cx="5793475" cy="59596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D075873-06A0-4000-BAB2-D35FD6C21C56}">
      <dsp:nvSpPr>
        <dsp:cNvPr id="0" name=""/>
        <dsp:cNvSpPr/>
      </dsp:nvSpPr>
      <dsp:spPr>
        <a:xfrm>
          <a:off x="180280" y="3116727"/>
          <a:ext cx="327782" cy="32778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4BA6971-E4C6-483B-8583-C000DF775F4E}">
      <dsp:nvSpPr>
        <dsp:cNvPr id="0" name=""/>
        <dsp:cNvSpPr/>
      </dsp:nvSpPr>
      <dsp:spPr>
        <a:xfrm>
          <a:off x="688342" y="2982634"/>
          <a:ext cx="5105132" cy="5959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073" tIns="63073" rIns="63073" bIns="63073" numCol="1" spcCol="1270" rtlCol="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noProof="0"/>
            <a:t>The result</a:t>
          </a:r>
        </a:p>
      </dsp:txBody>
      <dsp:txXfrm>
        <a:off x="688342" y="2982634"/>
        <a:ext cx="5105132" cy="59596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BAE796-6B3E-4008-8197-437E922C7C0C}">
      <dsp:nvSpPr>
        <dsp:cNvPr id="0" name=""/>
        <dsp:cNvSpPr/>
      </dsp:nvSpPr>
      <dsp:spPr>
        <a:xfrm>
          <a:off x="3909" y="1440145"/>
          <a:ext cx="1168514" cy="7011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Dashboard Microservice</a:t>
          </a:r>
        </a:p>
      </dsp:txBody>
      <dsp:txXfrm>
        <a:off x="24444" y="1460680"/>
        <a:ext cx="1127444" cy="660038"/>
      </dsp:txXfrm>
    </dsp:sp>
    <dsp:sp modelId="{F25B5AD7-DB33-4E05-B077-30D49234D513}">
      <dsp:nvSpPr>
        <dsp:cNvPr id="0" name=""/>
        <dsp:cNvSpPr/>
      </dsp:nvSpPr>
      <dsp:spPr>
        <a:xfrm>
          <a:off x="1177180" y="1645804"/>
          <a:ext cx="471916" cy="289791"/>
        </a:xfrm>
        <a:prstGeom prst="leftRigh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/>
        </a:p>
      </dsp:txBody>
      <dsp:txXfrm>
        <a:off x="1177180" y="1703762"/>
        <a:ext cx="384979" cy="173875"/>
      </dsp:txXfrm>
    </dsp:sp>
    <dsp:sp modelId="{27115990-3A1A-40D5-A811-6691A10E4BC0}">
      <dsp:nvSpPr>
        <dsp:cNvPr id="0" name=""/>
        <dsp:cNvSpPr/>
      </dsp:nvSpPr>
      <dsp:spPr>
        <a:xfrm>
          <a:off x="1639830" y="1440145"/>
          <a:ext cx="1168514" cy="7011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Microservice</a:t>
          </a:r>
        </a:p>
      </dsp:txBody>
      <dsp:txXfrm>
        <a:off x="1660365" y="1460680"/>
        <a:ext cx="1127444" cy="660038"/>
      </dsp:txXfrm>
    </dsp:sp>
    <dsp:sp modelId="{8DC17188-7174-4C81-AAEF-34F788616D4B}">
      <dsp:nvSpPr>
        <dsp:cNvPr id="0" name=""/>
        <dsp:cNvSpPr/>
      </dsp:nvSpPr>
      <dsp:spPr>
        <a:xfrm>
          <a:off x="2828501" y="1645804"/>
          <a:ext cx="441114" cy="289791"/>
        </a:xfrm>
        <a:prstGeom prst="leftRigh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/>
        </a:p>
      </dsp:txBody>
      <dsp:txXfrm>
        <a:off x="2828501" y="1703762"/>
        <a:ext cx="354177" cy="173875"/>
      </dsp:txXfrm>
    </dsp:sp>
    <dsp:sp modelId="{409E8C2A-721D-4112-A031-2493EB157C93}">
      <dsp:nvSpPr>
        <dsp:cNvPr id="0" name=""/>
        <dsp:cNvSpPr/>
      </dsp:nvSpPr>
      <dsp:spPr>
        <a:xfrm>
          <a:off x="3275750" y="1440145"/>
          <a:ext cx="1168514" cy="7011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Retraction Stern PCB</a:t>
          </a:r>
        </a:p>
      </dsp:txBody>
      <dsp:txXfrm>
        <a:off x="3296285" y="1460680"/>
        <a:ext cx="1127444" cy="6600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CF4F113-431C-45FA-B3CA-05E2E3D1C5A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2E887B-70DF-4DDA-93C0-36D652A9C91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B15B3C-CE7D-42C8-BF05-9016B11A630C}" type="datetime1">
              <a:rPr lang="en-GB" smtClean="0"/>
              <a:t>21/06/2023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832E1-0C3A-413C-9924-A265984D629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F97DDF-BA26-4EE3-84C0-E2C759991EA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93903C-FBD5-47B6-A23E-328D56F7C5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171413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0597DB-DDC0-4790-BCB6-673BFC2B245A}" type="datetime1">
              <a:rPr lang="en-GB" noProof="0" smtClean="0"/>
              <a:t>21/06/2023</a:t>
            </a:fld>
            <a:endParaRPr lang="en-GB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noProof="0"/>
              <a:t>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64024E-F057-4476-AF7B-27C4222B06A8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5223787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4024E-F057-4476-AF7B-27C4222B06A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86706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4024E-F057-4476-AF7B-27C4222B06A8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1903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rtlCol="0"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 rtlCol="0"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2BC0035D-29D0-42DB-AB45-FD2D58154BDA}" type="datetime1">
              <a:rPr lang="en-GB" noProof="0" smtClean="0"/>
              <a:t>21/06/2023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 rtlCol="0"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69E57DC2-970A-4B3E-BB1C-7A09969E49DF}" type="slidenum">
              <a:rPr lang="en-GB" noProof="0" smtClean="0"/>
              <a:pPr/>
              <a:t>‹#›</a:t>
            </a:fld>
            <a:endParaRPr lang="en-GB" noProof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779624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F892E37-9A97-4876-A379-3DB7F40C9E40}" type="datetime1">
              <a:rPr lang="en-GB" noProof="0" smtClean="0"/>
              <a:t>21/06/2023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50405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rtlCol="0"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 rtlCol="0"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CF05E4A2-41F1-4FA7-8622-FA97F23066C8}" type="datetime1">
              <a:rPr lang="en-GB" noProof="0" smtClean="0"/>
              <a:t>21/06/2023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 rtlCol="0"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69E57DC2-970A-4B3E-BB1C-7A09969E49DF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6659419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884A1CE-81E1-43F4-B111-1B33F22EB311}" type="datetime1">
              <a:rPr lang="en-GB" noProof="0" smtClean="0"/>
              <a:t>21/06/2023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32195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rtlCol="0"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rtlCol="0"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4D1F809-8CA5-4186-AA08-24F648A2EBB4}" type="datetime1">
              <a:rPr lang="en-GB" noProof="0" smtClean="0"/>
              <a:t>21/06/2023</a:t>
            </a:fld>
            <a:endParaRPr lang="en-GB" noProof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69596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7B47FD0-752F-4073-A3B5-48E4BC9D267D}" type="datetime1">
              <a:rPr lang="en-GB" noProof="0" smtClean="0"/>
              <a:t>21/06/2023</a:t>
            </a:fld>
            <a:endParaRPr lang="en-GB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92791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F39ED15-CF3B-4B6A-93F2-74DFCBDCB1C9}" type="datetime1">
              <a:rPr lang="en-GB" noProof="0" smtClean="0"/>
              <a:t>21/06/2023</a:t>
            </a:fld>
            <a:endParaRPr lang="en-GB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809832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rtlCol="0"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 rtlCol="0"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EA3C3E9E-348B-439F-A587-1B0EE02BE07E}" type="datetime1">
              <a:rPr lang="en-GB" noProof="0" smtClean="0"/>
              <a:t>21/06/2023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69E57DC2-970A-4B3E-BB1C-7A09969E49DF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84512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rtlCol="0"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rtlCol="0"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 rtlCol="0"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2F2C51F-BC62-43BB-99EF-F20BB214652E}" type="datetime1">
              <a:rPr lang="en-GB" noProof="0" smtClean="0"/>
              <a:t>21/06/2023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69E57DC2-970A-4B3E-BB1C-7A09969E49DF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63938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8149252-6242-46F9-9BAE-93119892303A}" type="datetime1">
              <a:rPr lang="en-GB" noProof="0" smtClean="0"/>
              <a:t>21/06/2023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51425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 rtlCol="0"/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E304B5D-7E41-4932-9AEE-FDE01D945F59}" type="datetime1">
              <a:rPr lang="en-GB" noProof="0" smtClean="0"/>
              <a:t>21/06/2023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845499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pPr rtl="0"/>
            <a:fld id="{8B38377A-87B2-4F9D-A93F-958134459151}" type="datetime1">
              <a:rPr lang="en-GB" noProof="0" smtClean="0"/>
              <a:t>21/06/2023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pPr rtl="0"/>
            <a:fld id="{69E57DC2-970A-4B3E-BB1C-7A09969E49DF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01515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slideLayout" Target="../slideLayouts/slideLayout4.xml"/><Relationship Id="rId7" Type="http://schemas.openxmlformats.org/officeDocument/2006/relationships/diagramColors" Target="../diagrams/colors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2">
            <a:extLst>
              <a:ext uri="{FF2B5EF4-FFF2-40B4-BE49-F238E27FC236}">
                <a16:creationId xmlns:a16="http://schemas.microsoft.com/office/drawing/2014/main" id="{B709ADC9-6EAF-4268-9415-1ED5ECFA2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461DC49-1338-C24E-A3BB-5919AD12F59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40000"/>
          </a:blip>
          <a:srcRect t="23453" b="1547"/>
          <a:stretch/>
        </p:blipFill>
        <p:spPr>
          <a:xfrm flipH="1">
            <a:off x="0" y="10"/>
            <a:ext cx="12191999" cy="6859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C93519-6B29-1346-9FCB-0835B80531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rtlCol="0">
            <a:normAutofit/>
          </a:bodyPr>
          <a:lstStyle/>
          <a:p>
            <a:pPr rtl="0"/>
            <a:r>
              <a:rPr lang="en-GB"/>
              <a:t>Edorado Marine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E661E49-0788-40C2-A5B6-638ADED711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 rtlCol="0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GB"/>
              <a:t>HBO – ICT Technology Semester 5</a:t>
            </a:r>
          </a:p>
          <a:p>
            <a:pPr rtl="0">
              <a:spcAft>
                <a:spcPts val="600"/>
              </a:spcAft>
            </a:pPr>
            <a:r>
              <a:rPr lang="en-GB"/>
              <a:t>Casey Stijlaart</a:t>
            </a:r>
          </a:p>
          <a:p>
            <a:pPr rtl="0">
              <a:spcAft>
                <a:spcPts val="600"/>
              </a:spcAft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65803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118">
            <a:extLst>
              <a:ext uri="{FF2B5EF4-FFF2-40B4-BE49-F238E27FC236}">
                <a16:creationId xmlns:a16="http://schemas.microsoft.com/office/drawing/2014/main" id="{0E807223-DF88-4D6D-970E-08919E5E0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21" name="Rectangle 120">
            <a:extLst>
              <a:ext uri="{FF2B5EF4-FFF2-40B4-BE49-F238E27FC236}">
                <a16:creationId xmlns:a16="http://schemas.microsoft.com/office/drawing/2014/main" id="{961D8973-EAA9-459A-AF59-BBB4233D6C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F6D5E8-15CF-4755-910B-1B5A1E777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743" y="685800"/>
            <a:ext cx="5793475" cy="14859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Overview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FBEA8A33-C0D0-416D-8359-724B8828C7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661" y="0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C7F36DA5-3286-4EAB-8CE6-344245727B6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3"/>
          <a:srcRect l="12420"/>
          <a:stretch/>
        </p:blipFill>
        <p:spPr>
          <a:xfrm>
            <a:off x="7612260" y="10"/>
            <a:ext cx="4579739" cy="6857990"/>
          </a:xfrm>
          <a:prstGeom prst="rect">
            <a:avLst/>
          </a:prstGeom>
        </p:spPr>
      </p:pic>
      <p:graphicFrame>
        <p:nvGraphicFramePr>
          <p:cNvPr id="14" name="Content Placeholder 2" descr="Icon SmartArt graphic">
            <a:extLst>
              <a:ext uri="{FF2B5EF4-FFF2-40B4-BE49-F238E27FC236}">
                <a16:creationId xmlns:a16="http://schemas.microsoft.com/office/drawing/2014/main" id="{454EA04D-167F-4BB4-9EC9-2DC5D3C603D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08277243"/>
              </p:ext>
            </p:extLst>
          </p:nvPr>
        </p:nvGraphicFramePr>
        <p:xfrm>
          <a:off x="784743" y="2286000"/>
          <a:ext cx="5793475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07679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4203F-F188-2089-9626-CFD34985F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Company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B592B-8D45-A999-7015-3765E006474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7BEF2D-9DC9-D4D5-2C54-61D8CEAC00C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60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8EB8C-8D65-C302-5B16-6FE7E6667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Project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809C411-1ABB-8012-8937-1C43BB99FB9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80043412"/>
              </p:ext>
            </p:extLst>
          </p:nvPr>
        </p:nvGraphicFramePr>
        <p:xfrm>
          <a:off x="6524625" y="2286000"/>
          <a:ext cx="4448175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6" name="video_reveal_animatie_Werkingsmechanisme_in_uit">
            <a:hlinkClick r:id="" action="ppaction://media"/>
            <a:extLst>
              <a:ext uri="{FF2B5EF4-FFF2-40B4-BE49-F238E27FC236}">
                <a16:creationId xmlns:a16="http://schemas.microsoft.com/office/drawing/2014/main" id="{08F847C3-AB31-6A4E-3973-5D23FB788B2C}"/>
              </a:ext>
            </a:extLst>
          </p:cNvPr>
          <p:cNvPicPr>
            <a:picLocks noGrp="1" noChangeAspect="1"/>
          </p:cNvPicPr>
          <p:nvPr>
            <p:ph sz="half"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371600" y="2825651"/>
            <a:ext cx="4448175" cy="2502098"/>
          </a:xfrm>
        </p:spPr>
      </p:pic>
    </p:spTree>
    <p:extLst>
      <p:ext uri="{BB962C8B-B14F-4D97-AF65-F5344CB8AC3E}">
        <p14:creationId xmlns:p14="http://schemas.microsoft.com/office/powerpoint/2010/main" val="4061752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81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4082C27-02EB-4B4A-A84F-7021AA79D4D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26757D5-6F93-45B0-82A2-39BC87D70F3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E155078-021E-49AB-8F30-C53CA1A5999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Words>33</Words>
  <Application>Microsoft Office PowerPoint</Application>
  <PresentationFormat>Widescreen</PresentationFormat>
  <Paragraphs>16</Paragraphs>
  <Slides>4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Calibri</vt:lpstr>
      <vt:lpstr>Franklin Gothic Book</vt:lpstr>
      <vt:lpstr>Crop</vt:lpstr>
      <vt:lpstr>Edorado Marine</vt:lpstr>
      <vt:lpstr>Overview</vt:lpstr>
      <vt:lpstr>The Company</vt:lpstr>
      <vt:lpstr>The Project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Edorado Marine</dc:title>
  <dc:creator>Stijlaart,Casey C.</dc:creator>
  <cp:lastModifiedBy>Stijlaart,Casey C.</cp:lastModifiedBy>
  <cp:revision>1</cp:revision>
  <dcterms:created xsi:type="dcterms:W3CDTF">2023-06-21T11:49:00Z</dcterms:created>
  <dcterms:modified xsi:type="dcterms:W3CDTF">2023-06-21T12:31:15Z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